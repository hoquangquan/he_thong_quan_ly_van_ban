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17.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1"/>
  </p:notesMasterIdLst>
  <p:handoutMasterIdLst>
    <p:handoutMasterId r:id="rId22"/>
  </p:handoutMasterIdLst>
  <p:sldIdLst>
    <p:sldId id="275" r:id="rId2"/>
    <p:sldId id="257" r:id="rId3"/>
    <p:sldId id="265" r:id="rId4"/>
    <p:sldId id="261" r:id="rId5"/>
    <p:sldId id="266" r:id="rId6"/>
    <p:sldId id="288" r:id="rId7"/>
    <p:sldId id="280" r:id="rId8"/>
    <p:sldId id="289" r:id="rId9"/>
    <p:sldId id="277" r:id="rId10"/>
    <p:sldId id="278" r:id="rId11"/>
    <p:sldId id="279" r:id="rId12"/>
    <p:sldId id="281" r:id="rId13"/>
    <p:sldId id="282" r:id="rId14"/>
    <p:sldId id="283" r:id="rId15"/>
    <p:sldId id="285" r:id="rId16"/>
    <p:sldId id="284" r:id="rId17"/>
    <p:sldId id="287" r:id="rId18"/>
    <p:sldId id="286"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9" d="100"/>
          <a:sy n="89" d="100"/>
        </p:scale>
        <p:origin x="12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11/19/2025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11/19/2025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74" r:id="rId4"/>
    <p:sldLayoutId id="2147483675" r:id="rId5"/>
    <p:sldLayoutId id="2147483683" r:id="rId6"/>
    <p:sldLayoutId id="2147483679" r:id="rId7"/>
    <p:sldLayoutId id="2147483680" r:id="rId8"/>
    <p:sldLayoutId id="2147483681" r:id="rId9"/>
    <p:sldLayoutId id="2147483682" r:id="rId10"/>
    <p:sldLayoutId id="214748367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5.xml"/><Relationship Id="rId5" Type="http://schemas.openxmlformats.org/officeDocument/2006/relationships/image" Target="../media/image16.jpg"/><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xml"/><Relationship Id="rId5" Type="http://schemas.openxmlformats.org/officeDocument/2006/relationships/image" Target="../media/image23.jpg"/><Relationship Id="rId4" Type="http://schemas.openxmlformats.org/officeDocument/2006/relationships/image" Target="../media/image22.jp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751077"/>
            <a:ext cx="6505024"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endParaRPr lang="en-US" dirty="0">
              <a:latin typeface="Times New Roman" panose="02020603050405020304" pitchFamily="18" charset="0"/>
              <a:cs typeface="Times New Roman" panose="02020603050405020304" pitchFamily="18" charset="0"/>
            </a:endParaRP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260603"/>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dirty="0" err="1">
                <a:latin typeface="Times New Roman" panose="02020603050405020304" pitchFamily="18" charset="0"/>
                <a:cs typeface="Times New Roman" panose="02020603050405020304" pitchFamily="18" charset="0"/>
              </a:rPr>
              <a:t>Nhóm</a:t>
            </a:r>
            <a:r>
              <a:rPr lang="en-US" sz="2800" dirty="0">
                <a:latin typeface="Times New Roman" panose="02020603050405020304" pitchFamily="18" charset="0"/>
                <a:cs typeface="Times New Roman" panose="02020603050405020304" pitchFamily="18" charset="0"/>
              </a:rPr>
              <a:t> 3</a:t>
            </a:r>
          </a:p>
          <a:p>
            <a:pPr marL="457200" indent="-457200">
              <a:buFont typeface="Arial" panose="020B0604020202020204" pitchFamily="34" charset="0"/>
              <a:buChar char="•"/>
            </a:pPr>
            <a:r>
              <a:rPr lang="en-US" sz="2800" b="0" dirty="0">
                <a:latin typeface="Times New Roman" panose="02020603050405020304" pitchFamily="18" charset="0"/>
                <a:cs typeface="Times New Roman" panose="02020603050405020304" pitchFamily="18" charset="0"/>
              </a:rPr>
              <a:t>Nguyễn Nhật Bảo -  </a:t>
            </a:r>
          </a:p>
          <a:p>
            <a:pPr marL="457200" indent="-457200">
              <a:buFont typeface="Arial" panose="020B0604020202020204" pitchFamily="34" charset="0"/>
              <a:buChar char="•"/>
            </a:pPr>
            <a:r>
              <a:rPr lang="en-US" sz="2800" b="0" dirty="0">
                <a:latin typeface="Times New Roman" panose="02020603050405020304" pitchFamily="18" charset="0"/>
                <a:cs typeface="Times New Roman" panose="02020603050405020304" pitchFamily="18" charset="0"/>
              </a:rPr>
              <a:t>Hồ Xuân Phú – 20250179E</a:t>
            </a:r>
          </a:p>
          <a:p>
            <a:pPr marL="457200" indent="-457200">
              <a:buFont typeface="Arial" panose="020B0604020202020204" pitchFamily="34" charset="0"/>
              <a:buChar char="•"/>
            </a:pPr>
            <a:r>
              <a:rPr lang="en-US" sz="2800" b="0" dirty="0">
                <a:latin typeface="Times New Roman" panose="02020603050405020304" pitchFamily="18" charset="0"/>
                <a:cs typeface="Times New Roman" panose="02020603050405020304" pitchFamily="18" charset="0"/>
              </a:rPr>
              <a:t>Hồ Nguyễn </a:t>
            </a:r>
            <a:r>
              <a:rPr lang="en-US" sz="2800" b="0" dirty="0" err="1">
                <a:latin typeface="Times New Roman" panose="02020603050405020304" pitchFamily="18" charset="0"/>
                <a:cs typeface="Times New Roman" panose="02020603050405020304" pitchFamily="18" charset="0"/>
              </a:rPr>
              <a:t>Huyền</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Diệu</a:t>
            </a:r>
            <a:r>
              <a:rPr lang="en-US" sz="2800" b="0" dirty="0">
                <a:latin typeface="Times New Roman" panose="02020603050405020304" pitchFamily="18" charset="0"/>
                <a:cs typeface="Times New Roman" panose="02020603050405020304" pitchFamily="18" charset="0"/>
              </a:rPr>
              <a:t> - </a:t>
            </a:r>
          </a:p>
          <a:p>
            <a:pPr marL="457200" indent="-457200">
              <a:buFont typeface="Arial" panose="020B0604020202020204" pitchFamily="34" charset="0"/>
              <a:buChar char="•"/>
            </a:pPr>
            <a:r>
              <a:rPr lang="en-US" sz="2800" b="0" dirty="0">
                <a:latin typeface="Times New Roman" panose="02020603050405020304" pitchFamily="18" charset="0"/>
                <a:cs typeface="Times New Roman" panose="02020603050405020304" pitchFamily="18" charset="0"/>
              </a:rPr>
              <a:t>Hồ Quang Quân - </a:t>
            </a:r>
          </a:p>
          <a:p>
            <a:pPr marL="457200" indent="-457200">
              <a:buFont typeface="Arial" panose="020B0604020202020204" pitchFamily="34" charset="0"/>
              <a:buChar char="•"/>
            </a:pPr>
            <a:r>
              <a:rPr lang="en-US" sz="2800" b="0" dirty="0">
                <a:latin typeface="Times New Roman" panose="02020603050405020304" pitchFamily="18" charset="0"/>
                <a:cs typeface="Times New Roman" panose="02020603050405020304" pitchFamily="18" charset="0"/>
              </a:rPr>
              <a:t>Dương </a:t>
            </a:r>
            <a:r>
              <a:rPr lang="en-US" sz="2800" b="0" dirty="0" err="1">
                <a:latin typeface="Times New Roman" panose="02020603050405020304" pitchFamily="18" charset="0"/>
                <a:cs typeface="Times New Roman" panose="02020603050405020304" pitchFamily="18" charset="0"/>
              </a:rPr>
              <a:t>Huyền</a:t>
            </a:r>
            <a:r>
              <a:rPr lang="en-US" sz="2800" b="0" dirty="0">
                <a:latin typeface="Times New Roman" panose="02020603050405020304" pitchFamily="18" charset="0"/>
                <a:cs typeface="Times New Roman" panose="02020603050405020304" pitchFamily="18" charset="0"/>
              </a:rPr>
              <a:t> Ninh - </a:t>
            </a:r>
          </a:p>
          <a:p>
            <a:endParaRPr lang="en-US" sz="2800" b="0" dirty="0">
              <a:latin typeface="Times New Roman" panose="02020603050405020304" pitchFamily="18" charset="0"/>
              <a:cs typeface="Times New Roman" panose="02020603050405020304" pitchFamily="18" charset="0"/>
            </a:endParaRPr>
          </a:p>
          <a:p>
            <a:endParaRPr lang="en-US" sz="2800" b="0" dirty="0">
              <a:latin typeface="Times New Roman" panose="02020603050405020304" pitchFamily="18" charset="0"/>
              <a:cs typeface="Times New Roman" panose="02020603050405020304" pitchFamily="18" charset="0"/>
            </a:endParaRPr>
          </a:p>
          <a:p>
            <a:endParaRPr lang="en-US" sz="28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MỤC LỤC</a:t>
            </a:r>
          </a:p>
        </p:txBody>
      </p:sp>
      <p:sp>
        <p:nvSpPr>
          <p:cNvPr id="8" name="Hộp Văn bản 7">
            <a:extLst>
              <a:ext uri="{FF2B5EF4-FFF2-40B4-BE49-F238E27FC236}">
                <a16:creationId xmlns:a16="http://schemas.microsoft.com/office/drawing/2014/main" id="{27B107DB-D0C5-799A-17D2-E807B65305A6}"/>
              </a:ext>
            </a:extLst>
          </p:cNvPr>
          <p:cNvSpPr txBox="1"/>
          <p:nvPr/>
        </p:nvSpPr>
        <p:spPr>
          <a:xfrm>
            <a:off x="1736436" y="1905506"/>
            <a:ext cx="5671127" cy="2554545"/>
          </a:xfrm>
          <a:prstGeom prst="rect">
            <a:avLst/>
          </a:prstGeom>
          <a:noFill/>
        </p:spPr>
        <p:txBody>
          <a:bodyPr wrap="square" rtlCol="0">
            <a:spAutoFit/>
          </a:bodyPr>
          <a:lstStyle/>
          <a:p>
            <a:pPr marL="342900" indent="-342900">
              <a:buFont typeface="+mj-lt"/>
              <a:buAutoNum type="arabicPeriod"/>
            </a:pPr>
            <a:r>
              <a:rPr lang="en-US" sz="3200" b="1" dirty="0" err="1">
                <a:solidFill>
                  <a:srgbClr val="C00000"/>
                </a:solidFill>
                <a:latin typeface="Times New Roman" panose="02020603050405020304" pitchFamily="18" charset="0"/>
                <a:cs typeface="Times New Roman" panose="02020603050405020304" pitchFamily="18" charset="0"/>
              </a:rPr>
              <a:t>Giới</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thiệu</a:t>
            </a:r>
            <a:endParaRPr lang="en-US" sz="3200" b="1" dirty="0">
              <a:solidFill>
                <a:srgbClr val="C00000"/>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200" b="1" dirty="0" err="1">
                <a:solidFill>
                  <a:srgbClr val="C00000"/>
                </a:solidFill>
                <a:latin typeface="Times New Roman" panose="02020603050405020304" pitchFamily="18" charset="0"/>
                <a:cs typeface="Times New Roman" panose="02020603050405020304" pitchFamily="18" charset="0"/>
              </a:rPr>
              <a:t>Phân</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tích</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hệ</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thống</a:t>
            </a:r>
            <a:endParaRPr lang="en-US" sz="3200" b="1" dirty="0">
              <a:solidFill>
                <a:srgbClr val="C00000"/>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200" b="1" dirty="0">
                <a:solidFill>
                  <a:srgbClr val="C00000"/>
                </a:solidFill>
                <a:latin typeface="Times New Roman" panose="02020603050405020304" pitchFamily="18" charset="0"/>
                <a:cs typeface="Times New Roman" panose="02020603050405020304" pitchFamily="18" charset="0"/>
              </a:rPr>
              <a:t>Công </a:t>
            </a:r>
            <a:r>
              <a:rPr lang="en-US" sz="3200" b="1" dirty="0" err="1">
                <a:solidFill>
                  <a:srgbClr val="C00000"/>
                </a:solidFill>
                <a:latin typeface="Times New Roman" panose="02020603050405020304" pitchFamily="18" charset="0"/>
                <a:cs typeface="Times New Roman" panose="02020603050405020304" pitchFamily="18" charset="0"/>
              </a:rPr>
              <a:t>nghệ</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và</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kiến</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trúc</a:t>
            </a:r>
            <a:endParaRPr lang="en-US" sz="3200" b="1" dirty="0">
              <a:solidFill>
                <a:srgbClr val="C00000"/>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200" b="1" dirty="0">
                <a:solidFill>
                  <a:srgbClr val="C00000"/>
                </a:solidFill>
                <a:latin typeface="Times New Roman" panose="02020603050405020304" pitchFamily="18" charset="0"/>
                <a:cs typeface="Times New Roman" panose="02020603050405020304" pitchFamily="18" charset="0"/>
              </a:rPr>
              <a:t>Demo</a:t>
            </a:r>
          </a:p>
          <a:p>
            <a:pPr marL="342900" indent="-342900">
              <a:buFont typeface="+mj-lt"/>
              <a:buAutoNum type="arabicPeriod"/>
            </a:pPr>
            <a:r>
              <a:rPr lang="en-US" sz="3200" b="1" dirty="0" err="1">
                <a:solidFill>
                  <a:srgbClr val="C00000"/>
                </a:solidFill>
                <a:latin typeface="Times New Roman" panose="02020603050405020304" pitchFamily="18" charset="0"/>
                <a:cs typeface="Times New Roman" panose="02020603050405020304" pitchFamily="18" charset="0"/>
              </a:rPr>
              <a:t>Kết</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luận</a:t>
            </a:r>
            <a:endParaRPr lang="en-US" sz="3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6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4</a:t>
            </a:fld>
            <a:endParaRPr lang="en-US"/>
          </a:p>
        </p:txBody>
      </p:sp>
      <p:sp>
        <p:nvSpPr>
          <p:cNvPr id="6" name="Hộp Văn bản 5">
            <a:extLst>
              <a:ext uri="{FF2B5EF4-FFF2-40B4-BE49-F238E27FC236}">
                <a16:creationId xmlns:a16="http://schemas.microsoft.com/office/drawing/2014/main" id="{9A421D4C-8517-11C5-CC97-E5E5531F4774}"/>
              </a:ext>
            </a:extLst>
          </p:cNvPr>
          <p:cNvSpPr txBox="1"/>
          <p:nvPr/>
        </p:nvSpPr>
        <p:spPr>
          <a:xfrm>
            <a:off x="1476664" y="2767280"/>
            <a:ext cx="6190672" cy="1323439"/>
          </a:xfrm>
          <a:prstGeom prst="rect">
            <a:avLst/>
          </a:prstGeom>
          <a:noFill/>
        </p:spPr>
        <p:txBody>
          <a:bodyPr wrap="square" rtlCol="0">
            <a:spAutoFit/>
          </a:bodyPr>
          <a:lstStyle/>
          <a:p>
            <a:r>
              <a:rPr lang="en-US" sz="8000" b="1" dirty="0">
                <a:solidFill>
                  <a:srgbClr val="C00000"/>
                </a:solidFill>
                <a:latin typeface="Times New Roman" panose="02020603050405020304" pitchFamily="18" charset="0"/>
                <a:cs typeface="Times New Roman" panose="02020603050405020304" pitchFamily="18" charset="0"/>
              </a:rPr>
              <a:t>GIỚI THIỆU</a:t>
            </a:r>
          </a:p>
        </p:txBody>
      </p:sp>
    </p:spTree>
    <p:extLst>
      <p:ext uri="{BB962C8B-B14F-4D97-AF65-F5344CB8AC3E}">
        <p14:creationId xmlns:p14="http://schemas.microsoft.com/office/powerpoint/2010/main" val="64084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dirty="0" err="1"/>
              <a:t>Đặt</a:t>
            </a:r>
            <a:r>
              <a:rPr lang="en-US" dirty="0"/>
              <a:t> </a:t>
            </a:r>
            <a:r>
              <a:rPr lang="en-US" dirty="0" err="1"/>
              <a:t>vấn</a:t>
            </a:r>
            <a:r>
              <a:rPr lang="en-US" dirty="0"/>
              <a:t> </a:t>
            </a:r>
            <a:r>
              <a:rPr lang="en-US" dirty="0" err="1"/>
              <a:t>đề</a:t>
            </a:r>
            <a:r>
              <a:rPr lang="en-US" dirty="0"/>
              <a:t> </a:t>
            </a:r>
            <a:r>
              <a:rPr lang="en-US" dirty="0" err="1"/>
              <a:t>và</a:t>
            </a:r>
            <a:r>
              <a:rPr lang="en-US" dirty="0"/>
              <a:t> </a:t>
            </a:r>
            <a:r>
              <a:rPr lang="en-US" dirty="0" err="1"/>
              <a:t>giải</a:t>
            </a:r>
            <a:r>
              <a:rPr lang="en-US" dirty="0"/>
              <a:t> </a:t>
            </a:r>
            <a:r>
              <a:rPr lang="en-US" dirty="0" err="1"/>
              <a:t>pháp</a:t>
            </a:r>
            <a:endParaRPr lang="en-US" dirty="0"/>
          </a:p>
        </p:txBody>
      </p:sp>
      <p:pic>
        <p:nvPicPr>
          <p:cNvPr id="6" name="Hình ảnh 5" descr="Ảnh có chứa văn bản, bức thư, giấy, Phông chữ&#10;&#10;Nội dung do AI tạo ra có thể không chính xác.">
            <a:extLst>
              <a:ext uri="{FF2B5EF4-FFF2-40B4-BE49-F238E27FC236}">
                <a16:creationId xmlns:a16="http://schemas.microsoft.com/office/drawing/2014/main" id="{326406EA-B59A-E42A-18D6-D8A1992EA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3775" y="885825"/>
            <a:ext cx="1800225" cy="2543175"/>
          </a:xfrm>
          <a:prstGeom prst="rect">
            <a:avLst/>
          </a:prstGeom>
        </p:spPr>
      </p:pic>
      <p:pic>
        <p:nvPicPr>
          <p:cNvPr id="8" name="Hình ảnh 7" descr="Ảnh có chứa văn bản, bức thư, biên lai, tài liệu&#10;&#10;Nội dung do AI tạo ra có thể không chính xác.">
            <a:extLst>
              <a:ext uri="{FF2B5EF4-FFF2-40B4-BE49-F238E27FC236}">
                <a16:creationId xmlns:a16="http://schemas.microsoft.com/office/drawing/2014/main" id="{662385D6-3970-44BD-F91E-DC76FF545D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3775" y="3502157"/>
            <a:ext cx="1800225" cy="1644386"/>
          </a:xfrm>
          <a:prstGeom prst="rect">
            <a:avLst/>
          </a:prstGeom>
        </p:spPr>
      </p:pic>
      <p:pic>
        <p:nvPicPr>
          <p:cNvPr id="10" name="Hình ảnh 9" descr="Ảnh có chứa văn bản, bức thư, giấy, Phông chữ&#10;&#10;Nội dung do AI tạo ra có thể không chính xác.">
            <a:extLst>
              <a:ext uri="{FF2B5EF4-FFF2-40B4-BE49-F238E27FC236}">
                <a16:creationId xmlns:a16="http://schemas.microsoft.com/office/drawing/2014/main" id="{A1D38EA7-F5E6-20E6-BD19-38338284F1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0661" y="3429000"/>
            <a:ext cx="1983114" cy="1790700"/>
          </a:xfrm>
          <a:prstGeom prst="rect">
            <a:avLst/>
          </a:prstGeom>
        </p:spPr>
      </p:pic>
      <p:pic>
        <p:nvPicPr>
          <p:cNvPr id="12" name="Hình ảnh 11" descr="Ảnh có chứa văn bản, bức thư, giấy, mực&#10;&#10;Nội dung do AI tạo ra có thể không chính xác.">
            <a:extLst>
              <a:ext uri="{FF2B5EF4-FFF2-40B4-BE49-F238E27FC236}">
                <a16:creationId xmlns:a16="http://schemas.microsoft.com/office/drawing/2014/main" id="{5E6F41BF-FB70-FF85-25DD-FAD8B07510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5925" y="962025"/>
            <a:ext cx="1847850" cy="2466975"/>
          </a:xfrm>
          <a:prstGeom prst="rect">
            <a:avLst/>
          </a:prstGeom>
        </p:spPr>
      </p:pic>
      <p:sp>
        <p:nvSpPr>
          <p:cNvPr id="13" name="Hộp Văn bản 12">
            <a:extLst>
              <a:ext uri="{FF2B5EF4-FFF2-40B4-BE49-F238E27FC236}">
                <a16:creationId xmlns:a16="http://schemas.microsoft.com/office/drawing/2014/main" id="{5E6DDB44-86FA-ABE2-059B-CFA713F8C770}"/>
              </a:ext>
            </a:extLst>
          </p:cNvPr>
          <p:cNvSpPr txBox="1"/>
          <p:nvPr/>
        </p:nvSpPr>
        <p:spPr>
          <a:xfrm>
            <a:off x="235077" y="962025"/>
            <a:ext cx="5125584" cy="5078313"/>
          </a:xfrm>
          <a:prstGeom prst="rect">
            <a:avLst/>
          </a:prstGeom>
          <a:noFill/>
        </p:spPr>
        <p:txBody>
          <a:bodyPr wrap="square" rtlCol="0">
            <a:spAutoFit/>
          </a:bodyPr>
          <a:lstStyle/>
          <a:p>
            <a:r>
              <a:rPr lang="vi-VN" dirty="0">
                <a:latin typeface="+mj-lt"/>
              </a:rPr>
              <a:t>Trong bối cảnh bộ máy nhà nước đang được tinh gọn, yêu cầu về hiệu suất làm việc cao hơn, tính minh bạch – công bằng trong xử lý thủ tục hành chính ngày càng trở nên cấp thiết. Điều này kéo theo sự gia tăng lớn về số lượng văn bản, hồ sơ và quy trình nghiệp vụ cần được quản lý một cách khoa học và chính xác.</a:t>
            </a:r>
          </a:p>
          <a:p>
            <a:r>
              <a:rPr lang="vi-VN" dirty="0">
                <a:latin typeface="+mj-lt"/>
              </a:rPr>
              <a:t>Vì vậy, việc xây dựng một </a:t>
            </a:r>
            <a:r>
              <a:rPr lang="vi-VN" b="1" dirty="0">
                <a:latin typeface="+mj-lt"/>
              </a:rPr>
              <a:t>hệ thống quản lý văn bản điện tử</a:t>
            </a:r>
            <a:r>
              <a:rPr lang="vi-VN" dirty="0">
                <a:latin typeface="+mj-lt"/>
              </a:rPr>
              <a:t> là nhu cầu tất yếu, nhằm:</a:t>
            </a:r>
            <a:endParaRPr lang="en-US" dirty="0">
              <a:latin typeface="+mj-lt"/>
            </a:endParaRPr>
          </a:p>
          <a:p>
            <a:pPr lvl="0" defTabSz="914400" eaLnBrk="0" fontAlgn="base" hangingPunct="0">
              <a:spcBef>
                <a:spcPct val="0"/>
              </a:spcBef>
              <a:spcAft>
                <a:spcPct val="0"/>
              </a:spcAft>
              <a:buFontTx/>
              <a:buChar char="•"/>
            </a:pPr>
            <a:r>
              <a:rPr lang="en-US" altLang="en-US" dirty="0" err="1">
                <a:latin typeface="+mj-lt"/>
              </a:rPr>
              <a:t>Mô</a:t>
            </a:r>
            <a:r>
              <a:rPr lang="en-US" altLang="en-US" dirty="0">
                <a:latin typeface="+mj-lt"/>
              </a:rPr>
              <a:t> </a:t>
            </a:r>
            <a:r>
              <a:rPr lang="en-US" altLang="en-US" dirty="0" err="1">
                <a:latin typeface="+mj-lt"/>
              </a:rPr>
              <a:t>phỏng</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vận</a:t>
            </a:r>
            <a:r>
              <a:rPr lang="en-US" altLang="en-US" dirty="0">
                <a:latin typeface="+mj-lt"/>
              </a:rPr>
              <a:t> </a:t>
            </a:r>
            <a:r>
              <a:rPr lang="en-US" altLang="en-US" dirty="0" err="1">
                <a:latin typeface="+mj-lt"/>
              </a:rPr>
              <a:t>hành</a:t>
            </a:r>
            <a:r>
              <a:rPr lang="en-US" altLang="en-US" dirty="0">
                <a:latin typeface="+mj-lt"/>
              </a:rPr>
              <a:t> </a:t>
            </a:r>
            <a:r>
              <a:rPr lang="en-US" altLang="en-US" dirty="0" err="1">
                <a:latin typeface="+mj-lt"/>
              </a:rPr>
              <a:t>đúng</a:t>
            </a:r>
            <a:r>
              <a:rPr lang="en-US" altLang="en-US" dirty="0">
                <a:latin typeface="+mj-lt"/>
              </a:rPr>
              <a:t> </a:t>
            </a:r>
            <a:r>
              <a:rPr lang="en-US" altLang="en-US" dirty="0" err="1">
                <a:latin typeface="+mj-lt"/>
              </a:rPr>
              <a:t>theo</a:t>
            </a:r>
            <a:r>
              <a:rPr lang="en-US" altLang="en-US" dirty="0">
                <a:latin typeface="+mj-lt"/>
              </a:rPr>
              <a:t> </a:t>
            </a:r>
            <a:r>
              <a:rPr lang="en-US" altLang="en-US" b="1" dirty="0" err="1">
                <a:latin typeface="+mj-lt"/>
              </a:rPr>
              <a:t>quy</a:t>
            </a:r>
            <a:r>
              <a:rPr lang="en-US" altLang="en-US" b="1" dirty="0">
                <a:latin typeface="+mj-lt"/>
              </a:rPr>
              <a:t> </a:t>
            </a:r>
            <a:r>
              <a:rPr lang="en-US" altLang="en-US" b="1" dirty="0" err="1">
                <a:latin typeface="+mj-lt"/>
              </a:rPr>
              <a:t>trình</a:t>
            </a:r>
            <a:r>
              <a:rPr lang="en-US" altLang="en-US" b="1" dirty="0">
                <a:latin typeface="+mj-lt"/>
              </a:rPr>
              <a:t> </a:t>
            </a:r>
            <a:r>
              <a:rPr lang="en-US" altLang="en-US" b="1" dirty="0" err="1">
                <a:latin typeface="+mj-lt"/>
              </a:rPr>
              <a:t>xử</a:t>
            </a:r>
            <a:r>
              <a:rPr lang="en-US" altLang="en-US" b="1" dirty="0">
                <a:latin typeface="+mj-lt"/>
              </a:rPr>
              <a:t> </a:t>
            </a:r>
            <a:r>
              <a:rPr lang="en-US" altLang="en-US" b="1" dirty="0" err="1">
                <a:latin typeface="+mj-lt"/>
              </a:rPr>
              <a:t>lý</a:t>
            </a:r>
            <a:r>
              <a:rPr lang="en-US" altLang="en-US" b="1" dirty="0">
                <a:latin typeface="+mj-lt"/>
              </a:rPr>
              <a:t> </a:t>
            </a:r>
            <a:r>
              <a:rPr lang="en-US" altLang="en-US" b="1" dirty="0" err="1">
                <a:latin typeface="+mj-lt"/>
              </a:rPr>
              <a:t>văn</a:t>
            </a:r>
            <a:r>
              <a:rPr lang="en-US" altLang="en-US" b="1" dirty="0">
                <a:latin typeface="+mj-lt"/>
              </a:rPr>
              <a:t> </a:t>
            </a:r>
            <a:r>
              <a:rPr lang="en-US" altLang="en-US" b="1" dirty="0" err="1">
                <a:latin typeface="+mj-lt"/>
              </a:rPr>
              <a:t>bản</a:t>
            </a:r>
            <a:r>
              <a:rPr lang="en-US" altLang="en-US" b="1" dirty="0">
                <a:latin typeface="+mj-lt"/>
              </a:rPr>
              <a:t> </a:t>
            </a:r>
            <a:r>
              <a:rPr lang="en-US" altLang="en-US" b="1" dirty="0" err="1">
                <a:latin typeface="+mj-lt"/>
              </a:rPr>
              <a:t>thực</a:t>
            </a:r>
            <a:r>
              <a:rPr lang="en-US" altLang="en-US" b="1" dirty="0">
                <a:latin typeface="+mj-lt"/>
              </a:rPr>
              <a:t> </a:t>
            </a:r>
            <a:r>
              <a:rPr lang="en-US" altLang="en-US" b="1" dirty="0" err="1">
                <a:latin typeface="+mj-lt"/>
              </a:rPr>
              <a:t>tế</a:t>
            </a:r>
            <a:r>
              <a:rPr lang="en-US" altLang="en-US" dirty="0">
                <a:latin typeface="+mj-lt"/>
              </a:rPr>
              <a:t> </a:t>
            </a:r>
            <a:r>
              <a:rPr lang="en-US" altLang="en-US" dirty="0" err="1">
                <a:latin typeface="+mj-lt"/>
              </a:rPr>
              <a:t>tại</a:t>
            </a:r>
            <a:r>
              <a:rPr lang="en-US" altLang="en-US" dirty="0">
                <a:latin typeface="+mj-lt"/>
              </a:rPr>
              <a:t> </a:t>
            </a:r>
            <a:r>
              <a:rPr lang="en-US" altLang="en-US" dirty="0" err="1">
                <a:latin typeface="+mj-lt"/>
              </a:rPr>
              <a:t>cơ</a:t>
            </a:r>
            <a:r>
              <a:rPr lang="en-US" altLang="en-US" dirty="0">
                <a:latin typeface="+mj-lt"/>
              </a:rPr>
              <a:t> </a:t>
            </a:r>
            <a:r>
              <a:rPr lang="en-US" altLang="en-US" dirty="0" err="1">
                <a:latin typeface="+mj-lt"/>
              </a:rPr>
              <a:t>quan</a:t>
            </a:r>
            <a:r>
              <a:rPr lang="en-US" altLang="en-US" dirty="0">
                <a:latin typeface="+mj-lt"/>
              </a:rPr>
              <a:t> </a:t>
            </a:r>
            <a:r>
              <a:rPr lang="en-US" altLang="en-US" dirty="0" err="1">
                <a:latin typeface="+mj-lt"/>
              </a:rPr>
              <a:t>nhà</a:t>
            </a:r>
            <a:r>
              <a:rPr lang="en-US" altLang="en-US" dirty="0">
                <a:latin typeface="+mj-lt"/>
              </a:rPr>
              <a:t> </a:t>
            </a:r>
            <a:r>
              <a:rPr lang="en-US" altLang="en-US" dirty="0" err="1">
                <a:latin typeface="+mj-lt"/>
              </a:rPr>
              <a:t>nước</a:t>
            </a:r>
            <a:r>
              <a:rPr lang="en-US" altLang="en-US" dirty="0">
                <a:latin typeface="+mj-lt"/>
              </a:rPr>
              <a:t>.</a:t>
            </a:r>
          </a:p>
          <a:p>
            <a:pPr lvl="0" defTabSz="914400" eaLnBrk="0" fontAlgn="base" hangingPunct="0">
              <a:spcBef>
                <a:spcPct val="0"/>
              </a:spcBef>
              <a:spcAft>
                <a:spcPct val="0"/>
              </a:spcAft>
              <a:buFontTx/>
              <a:buChar char="•"/>
            </a:pPr>
            <a:r>
              <a:rPr lang="en-US" altLang="en-US" dirty="0">
                <a:latin typeface="+mj-lt"/>
              </a:rPr>
              <a:t>Quản </a:t>
            </a:r>
            <a:r>
              <a:rPr lang="en-US" altLang="en-US" dirty="0" err="1">
                <a:latin typeface="+mj-lt"/>
              </a:rPr>
              <a:t>lý</a:t>
            </a:r>
            <a:r>
              <a:rPr lang="en-US" altLang="en-US" dirty="0">
                <a:latin typeface="+mj-lt"/>
              </a:rPr>
              <a:t> </a:t>
            </a:r>
            <a:r>
              <a:rPr lang="en-US" altLang="en-US" dirty="0" err="1">
                <a:latin typeface="+mj-lt"/>
              </a:rPr>
              <a:t>toàn</a:t>
            </a:r>
            <a:r>
              <a:rPr lang="en-US" altLang="en-US" dirty="0">
                <a:latin typeface="+mj-lt"/>
              </a:rPr>
              <a:t> </a:t>
            </a:r>
            <a:r>
              <a:rPr lang="en-US" altLang="en-US" dirty="0" err="1">
                <a:latin typeface="+mj-lt"/>
              </a:rPr>
              <a:t>bộ</a:t>
            </a:r>
            <a:r>
              <a:rPr lang="en-US" altLang="en-US" dirty="0">
                <a:latin typeface="+mj-lt"/>
              </a:rPr>
              <a:t> </a:t>
            </a:r>
            <a:r>
              <a:rPr lang="en-US" altLang="en-US" b="1" dirty="0" err="1">
                <a:latin typeface="+mj-lt"/>
              </a:rPr>
              <a:t>vòng</a:t>
            </a:r>
            <a:r>
              <a:rPr lang="en-US" altLang="en-US" b="1" dirty="0">
                <a:latin typeface="+mj-lt"/>
              </a:rPr>
              <a:t> </a:t>
            </a:r>
            <a:r>
              <a:rPr lang="en-US" altLang="en-US" b="1" dirty="0" err="1">
                <a:latin typeface="+mj-lt"/>
              </a:rPr>
              <a:t>đời</a:t>
            </a:r>
            <a:r>
              <a:rPr lang="en-US" altLang="en-US" b="1" dirty="0">
                <a:latin typeface="+mj-lt"/>
              </a:rPr>
              <a:t> </a:t>
            </a:r>
            <a:r>
              <a:rPr lang="en-US" altLang="en-US" b="1" dirty="0" err="1">
                <a:latin typeface="+mj-lt"/>
              </a:rPr>
              <a:t>của</a:t>
            </a:r>
            <a:r>
              <a:rPr lang="en-US" altLang="en-US" b="1" dirty="0">
                <a:latin typeface="+mj-lt"/>
              </a:rPr>
              <a:t> </a:t>
            </a:r>
            <a:r>
              <a:rPr lang="en-US" altLang="en-US" b="1" dirty="0" err="1">
                <a:latin typeface="+mj-lt"/>
              </a:rPr>
              <a:t>văn</a:t>
            </a:r>
            <a:r>
              <a:rPr lang="en-US" altLang="en-US" b="1" dirty="0">
                <a:latin typeface="+mj-lt"/>
              </a:rPr>
              <a:t> </a:t>
            </a:r>
            <a:r>
              <a:rPr lang="en-US" altLang="en-US" b="1" dirty="0" err="1">
                <a:latin typeface="+mj-lt"/>
              </a:rPr>
              <a:t>bản</a:t>
            </a:r>
            <a:r>
              <a:rPr lang="en-US" altLang="en-US" dirty="0">
                <a:latin typeface="+mj-lt"/>
              </a:rPr>
              <a:t>: </a:t>
            </a:r>
            <a:r>
              <a:rPr lang="en-US" altLang="en-US" dirty="0" err="1">
                <a:latin typeface="+mj-lt"/>
              </a:rPr>
              <a:t>tiếp</a:t>
            </a:r>
            <a:r>
              <a:rPr lang="en-US" altLang="en-US" dirty="0">
                <a:latin typeface="+mj-lt"/>
              </a:rPr>
              <a:t> </a:t>
            </a:r>
            <a:r>
              <a:rPr lang="en-US" altLang="en-US" dirty="0" err="1">
                <a:latin typeface="+mj-lt"/>
              </a:rPr>
              <a:t>nhận</a:t>
            </a:r>
            <a:r>
              <a:rPr lang="en-US" altLang="en-US" dirty="0">
                <a:latin typeface="+mj-lt"/>
              </a:rPr>
              <a:t> – </a:t>
            </a:r>
            <a:r>
              <a:rPr lang="en-US" altLang="en-US" dirty="0" err="1">
                <a:latin typeface="+mj-lt"/>
              </a:rPr>
              <a:t>phân</a:t>
            </a:r>
            <a:r>
              <a:rPr lang="en-US" altLang="en-US" dirty="0">
                <a:latin typeface="+mj-lt"/>
              </a:rPr>
              <a:t> </a:t>
            </a:r>
            <a:r>
              <a:rPr lang="en-US" altLang="en-US" dirty="0" err="1">
                <a:latin typeface="+mj-lt"/>
              </a:rPr>
              <a:t>xử</a:t>
            </a:r>
            <a:r>
              <a:rPr lang="en-US" altLang="en-US" dirty="0">
                <a:latin typeface="+mj-lt"/>
              </a:rPr>
              <a:t> – </a:t>
            </a:r>
            <a:r>
              <a:rPr lang="en-US" altLang="en-US" dirty="0" err="1">
                <a:latin typeface="+mj-lt"/>
              </a:rPr>
              <a:t>xử</a:t>
            </a:r>
            <a:r>
              <a:rPr lang="en-US" altLang="en-US" dirty="0">
                <a:latin typeface="+mj-lt"/>
              </a:rPr>
              <a:t> </a:t>
            </a:r>
            <a:r>
              <a:rPr lang="en-US" altLang="en-US" dirty="0" err="1">
                <a:latin typeface="+mj-lt"/>
              </a:rPr>
              <a:t>lý</a:t>
            </a:r>
            <a:r>
              <a:rPr lang="en-US" altLang="en-US" dirty="0">
                <a:latin typeface="+mj-lt"/>
              </a:rPr>
              <a:t> – </a:t>
            </a:r>
            <a:r>
              <a:rPr lang="en-US" altLang="en-US" dirty="0" err="1">
                <a:latin typeface="+mj-lt"/>
              </a:rPr>
              <a:t>theo</a:t>
            </a:r>
            <a:r>
              <a:rPr lang="en-US" altLang="en-US" dirty="0">
                <a:latin typeface="+mj-lt"/>
              </a:rPr>
              <a:t> </a:t>
            </a:r>
            <a:r>
              <a:rPr lang="en-US" altLang="en-US" dirty="0" err="1">
                <a:latin typeface="+mj-lt"/>
              </a:rPr>
              <a:t>dõi</a:t>
            </a:r>
            <a:r>
              <a:rPr lang="en-US" altLang="en-US" dirty="0">
                <a:latin typeface="+mj-lt"/>
              </a:rPr>
              <a:t> – </a:t>
            </a:r>
            <a:r>
              <a:rPr lang="en-US" altLang="en-US" dirty="0" err="1">
                <a:latin typeface="+mj-lt"/>
              </a:rPr>
              <a:t>hoàn</a:t>
            </a:r>
            <a:r>
              <a:rPr lang="en-US" altLang="en-US" dirty="0">
                <a:latin typeface="+mj-lt"/>
              </a:rPr>
              <a:t> </a:t>
            </a:r>
            <a:r>
              <a:rPr lang="en-US" altLang="en-US" dirty="0" err="1">
                <a:latin typeface="+mj-lt"/>
              </a:rPr>
              <a:t>thành</a:t>
            </a:r>
            <a:r>
              <a:rPr lang="en-US" altLang="en-US" dirty="0">
                <a:latin typeface="+mj-lt"/>
              </a:rPr>
              <a:t>.</a:t>
            </a:r>
          </a:p>
          <a:p>
            <a:pPr lvl="0" defTabSz="914400" eaLnBrk="0" fontAlgn="base" hangingPunct="0">
              <a:spcBef>
                <a:spcPct val="0"/>
              </a:spcBef>
              <a:spcAft>
                <a:spcPct val="0"/>
              </a:spcAft>
              <a:buFontTx/>
              <a:buChar char="•"/>
            </a:pPr>
            <a:r>
              <a:rPr lang="en-US" altLang="en-US" dirty="0" err="1">
                <a:latin typeface="+mj-lt"/>
              </a:rPr>
              <a:t>Thiết</a:t>
            </a:r>
            <a:r>
              <a:rPr lang="en-US" altLang="en-US" dirty="0">
                <a:latin typeface="+mj-lt"/>
              </a:rPr>
              <a:t> </a:t>
            </a:r>
            <a:r>
              <a:rPr lang="en-US" altLang="en-US" dirty="0" err="1">
                <a:latin typeface="+mj-lt"/>
              </a:rPr>
              <a:t>lập</a:t>
            </a:r>
            <a:r>
              <a:rPr lang="en-US" altLang="en-US" dirty="0">
                <a:latin typeface="+mj-lt"/>
              </a:rPr>
              <a:t> </a:t>
            </a:r>
            <a:r>
              <a:rPr lang="en-US" altLang="en-US" b="1" dirty="0" err="1">
                <a:latin typeface="+mj-lt"/>
              </a:rPr>
              <a:t>phân</a:t>
            </a:r>
            <a:r>
              <a:rPr lang="en-US" altLang="en-US" b="1" dirty="0">
                <a:latin typeface="+mj-lt"/>
              </a:rPr>
              <a:t> </a:t>
            </a:r>
            <a:r>
              <a:rPr lang="en-US" altLang="en-US" b="1" dirty="0" err="1">
                <a:latin typeface="+mj-lt"/>
              </a:rPr>
              <a:t>quyền</a:t>
            </a:r>
            <a:r>
              <a:rPr lang="en-US" altLang="en-US" b="1" dirty="0">
                <a:latin typeface="+mj-lt"/>
              </a:rPr>
              <a:t> </a:t>
            </a:r>
            <a:r>
              <a:rPr lang="en-US" altLang="en-US" b="1" dirty="0" err="1">
                <a:latin typeface="+mj-lt"/>
              </a:rPr>
              <a:t>người</a:t>
            </a:r>
            <a:r>
              <a:rPr lang="en-US" altLang="en-US" b="1" dirty="0">
                <a:latin typeface="+mj-lt"/>
              </a:rPr>
              <a:t> </a:t>
            </a:r>
            <a:r>
              <a:rPr lang="en-US" altLang="en-US" b="1" dirty="0" err="1">
                <a:latin typeface="+mj-lt"/>
              </a:rPr>
              <a:t>dùng</a:t>
            </a:r>
            <a:r>
              <a:rPr lang="en-US" altLang="en-US" b="1" dirty="0">
                <a:latin typeface="+mj-lt"/>
              </a:rPr>
              <a:t> </a:t>
            </a:r>
            <a:r>
              <a:rPr lang="en-US" altLang="en-US" b="1" dirty="0" err="1">
                <a:latin typeface="+mj-lt"/>
              </a:rPr>
              <a:t>theo</a:t>
            </a:r>
            <a:r>
              <a:rPr lang="en-US" altLang="en-US" b="1" dirty="0">
                <a:latin typeface="+mj-lt"/>
              </a:rPr>
              <a:t> </a:t>
            </a:r>
            <a:r>
              <a:rPr lang="en-US" altLang="en-US" b="1" dirty="0" err="1">
                <a:latin typeface="+mj-lt"/>
              </a:rPr>
              <a:t>vai</a:t>
            </a:r>
            <a:r>
              <a:rPr lang="en-US" altLang="en-US" b="1" dirty="0">
                <a:latin typeface="+mj-lt"/>
              </a:rPr>
              <a:t> </a:t>
            </a:r>
            <a:r>
              <a:rPr lang="en-US" altLang="en-US" b="1" dirty="0" err="1">
                <a:latin typeface="+mj-lt"/>
              </a:rPr>
              <a:t>trò</a:t>
            </a:r>
            <a:r>
              <a:rPr lang="en-US" altLang="en-US" dirty="0">
                <a:latin typeface="+mj-lt"/>
              </a:rPr>
              <a:t>, </a:t>
            </a:r>
            <a:r>
              <a:rPr lang="en-US" altLang="en-US" dirty="0" err="1">
                <a:latin typeface="+mj-lt"/>
              </a:rPr>
              <a:t>đảm</a:t>
            </a:r>
            <a:r>
              <a:rPr lang="en-US" altLang="en-US" dirty="0">
                <a:latin typeface="+mj-lt"/>
              </a:rPr>
              <a:t> </a:t>
            </a:r>
            <a:r>
              <a:rPr lang="en-US" altLang="en-US" dirty="0" err="1">
                <a:latin typeface="+mj-lt"/>
              </a:rPr>
              <a:t>bảo</a:t>
            </a:r>
            <a:r>
              <a:rPr lang="en-US" altLang="en-US" dirty="0">
                <a:latin typeface="+mj-lt"/>
              </a:rPr>
              <a:t> </a:t>
            </a:r>
            <a:r>
              <a:rPr lang="en-US" altLang="en-US" dirty="0" err="1">
                <a:latin typeface="+mj-lt"/>
              </a:rPr>
              <a:t>đúng</a:t>
            </a:r>
            <a:r>
              <a:rPr lang="en-US" altLang="en-US" dirty="0">
                <a:latin typeface="+mj-lt"/>
              </a:rPr>
              <a:t> </a:t>
            </a:r>
            <a:r>
              <a:rPr lang="en-US" altLang="en-US" dirty="0" err="1">
                <a:latin typeface="+mj-lt"/>
              </a:rPr>
              <a:t>thẩm</a:t>
            </a:r>
            <a:r>
              <a:rPr lang="en-US" altLang="en-US" dirty="0">
                <a:latin typeface="+mj-lt"/>
              </a:rPr>
              <a:t> </a:t>
            </a:r>
            <a:r>
              <a:rPr lang="en-US" altLang="en-US" dirty="0" err="1">
                <a:latin typeface="+mj-lt"/>
              </a:rPr>
              <a:t>quyền</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trách</a:t>
            </a:r>
            <a:r>
              <a:rPr lang="en-US" altLang="en-US" dirty="0">
                <a:latin typeface="+mj-lt"/>
              </a:rPr>
              <a:t> </a:t>
            </a:r>
            <a:r>
              <a:rPr lang="en-US" altLang="en-US" dirty="0" err="1">
                <a:latin typeface="+mj-lt"/>
              </a:rPr>
              <a:t>nhiệm</a:t>
            </a:r>
            <a:r>
              <a:rPr lang="en-US" altLang="en-US" dirty="0">
                <a:latin typeface="+mj-lt"/>
              </a:rPr>
              <a:t>.</a:t>
            </a:r>
          </a:p>
          <a:p>
            <a:pPr lvl="0" defTabSz="914400" eaLnBrk="0" fontAlgn="base" hangingPunct="0">
              <a:spcBef>
                <a:spcPct val="0"/>
              </a:spcBef>
              <a:spcAft>
                <a:spcPct val="0"/>
              </a:spcAft>
              <a:buFontTx/>
              <a:buChar char="•"/>
            </a:pPr>
            <a:r>
              <a:rPr lang="en-US" altLang="en-US" b="1" dirty="0" err="1">
                <a:latin typeface="+mj-lt"/>
              </a:rPr>
              <a:t>Tích</a:t>
            </a:r>
            <a:r>
              <a:rPr lang="en-US" altLang="en-US" b="1" dirty="0">
                <a:latin typeface="+mj-lt"/>
              </a:rPr>
              <a:t> </a:t>
            </a:r>
            <a:r>
              <a:rPr lang="en-US" altLang="en-US" b="1" dirty="0" err="1">
                <a:latin typeface="+mj-lt"/>
              </a:rPr>
              <a:t>hợp</a:t>
            </a:r>
            <a:r>
              <a:rPr lang="en-US" altLang="en-US" b="1" dirty="0">
                <a:latin typeface="+mj-lt"/>
              </a:rPr>
              <a:t> Gmail</a:t>
            </a:r>
            <a:r>
              <a:rPr lang="en-US" altLang="en-US" dirty="0">
                <a:latin typeface="+mj-lt"/>
              </a:rPr>
              <a:t> </a:t>
            </a:r>
            <a:r>
              <a:rPr lang="en-US" altLang="en-US" dirty="0" err="1">
                <a:latin typeface="+mj-lt"/>
              </a:rPr>
              <a:t>để</a:t>
            </a:r>
            <a:r>
              <a:rPr lang="en-US" altLang="en-US" dirty="0">
                <a:latin typeface="+mj-lt"/>
              </a:rPr>
              <a:t> </a:t>
            </a:r>
            <a:r>
              <a:rPr lang="en-US" altLang="en-US" dirty="0" err="1">
                <a:latin typeface="+mj-lt"/>
              </a:rPr>
              <a:t>tự</a:t>
            </a:r>
            <a:r>
              <a:rPr lang="en-US" altLang="en-US" dirty="0">
                <a:latin typeface="+mj-lt"/>
              </a:rPr>
              <a:t> </a:t>
            </a:r>
            <a:r>
              <a:rPr lang="en-US" altLang="en-US" dirty="0" err="1">
                <a:latin typeface="+mj-lt"/>
              </a:rPr>
              <a:t>động</a:t>
            </a:r>
            <a:r>
              <a:rPr lang="en-US" altLang="en-US" dirty="0">
                <a:latin typeface="+mj-lt"/>
              </a:rPr>
              <a:t> </a:t>
            </a:r>
            <a:r>
              <a:rPr lang="en-US" altLang="en-US" dirty="0" err="1">
                <a:latin typeface="+mj-lt"/>
              </a:rPr>
              <a:t>tiếp</a:t>
            </a:r>
            <a:r>
              <a:rPr lang="en-US" altLang="en-US" dirty="0">
                <a:latin typeface="+mj-lt"/>
              </a:rPr>
              <a:t> </a:t>
            </a:r>
            <a:r>
              <a:rPr lang="en-US" altLang="en-US" dirty="0" err="1">
                <a:latin typeface="+mj-lt"/>
              </a:rPr>
              <a:t>nhận</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đồng</a:t>
            </a:r>
            <a:r>
              <a:rPr lang="en-US" altLang="en-US" dirty="0">
                <a:latin typeface="+mj-lt"/>
              </a:rPr>
              <a:t> </a:t>
            </a:r>
            <a:r>
              <a:rPr lang="en-US" altLang="en-US" dirty="0" err="1">
                <a:latin typeface="+mj-lt"/>
              </a:rPr>
              <a:t>bộ</a:t>
            </a:r>
            <a:r>
              <a:rPr lang="en-US" altLang="en-US" dirty="0">
                <a:latin typeface="+mj-lt"/>
              </a:rPr>
              <a:t> </a:t>
            </a:r>
            <a:r>
              <a:rPr lang="en-US" altLang="en-US" dirty="0" err="1">
                <a:latin typeface="+mj-lt"/>
              </a:rPr>
              <a:t>hóa</a:t>
            </a:r>
            <a:r>
              <a:rPr lang="en-US" altLang="en-US" dirty="0">
                <a:latin typeface="+mj-lt"/>
              </a:rPr>
              <a:t> </a:t>
            </a:r>
            <a:r>
              <a:rPr lang="en-US" altLang="en-US" dirty="0" err="1">
                <a:latin typeface="+mj-lt"/>
              </a:rPr>
              <a:t>văn</a:t>
            </a:r>
            <a:r>
              <a:rPr lang="en-US" altLang="en-US" dirty="0">
                <a:latin typeface="+mj-lt"/>
              </a:rPr>
              <a:t> </a:t>
            </a:r>
            <a:r>
              <a:rPr lang="en-US" altLang="en-US" dirty="0" err="1">
                <a:latin typeface="+mj-lt"/>
              </a:rPr>
              <a:t>bản</a:t>
            </a:r>
            <a:r>
              <a:rPr lang="en-US" altLang="en-US" dirty="0">
                <a:latin typeface="+mj-lt"/>
              </a:rPr>
              <a:t>, </a:t>
            </a:r>
            <a:r>
              <a:rPr lang="en-US" altLang="en-US" dirty="0" err="1">
                <a:latin typeface="+mj-lt"/>
              </a:rPr>
              <a:t>giảm</a:t>
            </a:r>
            <a:r>
              <a:rPr lang="en-US" altLang="en-US" dirty="0">
                <a:latin typeface="+mj-lt"/>
              </a:rPr>
              <a:t> </a:t>
            </a:r>
            <a:r>
              <a:rPr lang="en-US" altLang="en-US" dirty="0" err="1">
                <a:latin typeface="+mj-lt"/>
              </a:rPr>
              <a:t>thao</a:t>
            </a:r>
            <a:r>
              <a:rPr lang="en-US" altLang="en-US" dirty="0">
                <a:latin typeface="+mj-lt"/>
              </a:rPr>
              <a:t> </a:t>
            </a:r>
            <a:r>
              <a:rPr lang="en-US" altLang="en-US" dirty="0" err="1">
                <a:latin typeface="+mj-lt"/>
              </a:rPr>
              <a:t>tác</a:t>
            </a:r>
            <a:r>
              <a:rPr lang="en-US" altLang="en-US" dirty="0">
                <a:latin typeface="+mj-lt"/>
              </a:rPr>
              <a:t> </a:t>
            </a:r>
            <a:r>
              <a:rPr lang="en-US" altLang="en-US" dirty="0" err="1">
                <a:latin typeface="+mj-lt"/>
              </a:rPr>
              <a:t>thủ</a:t>
            </a:r>
            <a:r>
              <a:rPr lang="en-US" altLang="en-US" dirty="0">
                <a:latin typeface="+mj-lt"/>
              </a:rPr>
              <a:t> </a:t>
            </a:r>
            <a:r>
              <a:rPr lang="en-US" altLang="en-US" dirty="0" err="1">
                <a:latin typeface="+mj-lt"/>
              </a:rPr>
              <a:t>công</a:t>
            </a:r>
            <a:r>
              <a:rPr lang="en-US" altLang="en-US" dirty="0">
                <a:latin typeface="+mj-lt"/>
              </a:rPr>
              <a:t>, </a:t>
            </a:r>
            <a:r>
              <a:rPr lang="en-US" altLang="en-US" dirty="0" err="1">
                <a:latin typeface="+mj-lt"/>
              </a:rPr>
              <a:t>hạn</a:t>
            </a:r>
            <a:r>
              <a:rPr lang="en-US" altLang="en-US" dirty="0">
                <a:latin typeface="+mj-lt"/>
              </a:rPr>
              <a:t> </a:t>
            </a:r>
            <a:r>
              <a:rPr lang="en-US" altLang="en-US" dirty="0" err="1">
                <a:latin typeface="+mj-lt"/>
              </a:rPr>
              <a:t>chế</a:t>
            </a:r>
            <a:r>
              <a:rPr lang="en-US" altLang="en-US" dirty="0">
                <a:latin typeface="+mj-lt"/>
              </a:rPr>
              <a:t> </a:t>
            </a:r>
            <a:r>
              <a:rPr lang="en-US" altLang="en-US" dirty="0" err="1">
                <a:latin typeface="+mj-lt"/>
              </a:rPr>
              <a:t>sai</a:t>
            </a:r>
            <a:r>
              <a:rPr lang="en-US" altLang="en-US" dirty="0">
                <a:latin typeface="+mj-lt"/>
              </a:rPr>
              <a:t> </a:t>
            </a:r>
            <a:r>
              <a:rPr lang="en-US" altLang="en-US" dirty="0" err="1">
                <a:latin typeface="+mj-lt"/>
              </a:rPr>
              <a:t>sót</a:t>
            </a:r>
            <a:r>
              <a:rPr lang="en-US" altLang="en-US" dirty="0">
                <a:latin typeface="+mj-lt"/>
              </a:rPr>
              <a:t>.</a:t>
            </a:r>
          </a:p>
          <a:p>
            <a:br>
              <a:rPr lang="en-US" dirty="0">
                <a:latin typeface="+mj-lt"/>
              </a:rPr>
            </a:br>
            <a:endParaRPr lang="vi-VN" dirty="0">
              <a:latin typeface="+mj-lt"/>
            </a:endParaRPr>
          </a:p>
        </p:txBody>
      </p:sp>
    </p:spTree>
    <p:extLst>
      <p:ext uri="{BB962C8B-B14F-4D97-AF65-F5344CB8AC3E}">
        <p14:creationId xmlns:p14="http://schemas.microsoft.com/office/powerpoint/2010/main" val="275135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CC523-BC2D-A352-1EED-9CB27C6F4FD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11696A-283E-7551-1A0D-5B45DB7FA582}"/>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6</a:t>
            </a:fld>
            <a:endParaRPr lang="en-US"/>
          </a:p>
        </p:txBody>
      </p:sp>
      <p:sp>
        <p:nvSpPr>
          <p:cNvPr id="6" name="Hộp Văn bản 5">
            <a:extLst>
              <a:ext uri="{FF2B5EF4-FFF2-40B4-BE49-F238E27FC236}">
                <a16:creationId xmlns:a16="http://schemas.microsoft.com/office/drawing/2014/main" id="{681D725C-872C-85C9-A46F-0F6B3CBE515C}"/>
              </a:ext>
            </a:extLst>
          </p:cNvPr>
          <p:cNvSpPr txBox="1"/>
          <p:nvPr/>
        </p:nvSpPr>
        <p:spPr>
          <a:xfrm>
            <a:off x="692150" y="2151727"/>
            <a:ext cx="7759700" cy="2554545"/>
          </a:xfrm>
          <a:prstGeom prst="rect">
            <a:avLst/>
          </a:prstGeom>
          <a:noFill/>
        </p:spPr>
        <p:txBody>
          <a:bodyPr wrap="square" rtlCol="0">
            <a:spAutoFit/>
          </a:bodyPr>
          <a:lstStyle/>
          <a:p>
            <a:r>
              <a:rPr lang="en-US" sz="8000" b="1" dirty="0">
                <a:solidFill>
                  <a:srgbClr val="C00000"/>
                </a:solidFill>
                <a:latin typeface="Times New Roman" panose="02020603050405020304" pitchFamily="18" charset="0"/>
                <a:cs typeface="Times New Roman" panose="02020603050405020304" pitchFamily="18" charset="0"/>
              </a:rPr>
              <a:t>PHÂN TÍCH HỆ THỐNG</a:t>
            </a:r>
          </a:p>
        </p:txBody>
      </p:sp>
    </p:spTree>
    <p:extLst>
      <p:ext uri="{BB962C8B-B14F-4D97-AF65-F5344CB8AC3E}">
        <p14:creationId xmlns:p14="http://schemas.microsoft.com/office/powerpoint/2010/main" val="1427516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89B39-C1B6-271A-AB27-E89C0F288D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79CF16-0F11-9756-6474-31928346AB49}"/>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C1334941-185F-2011-0A0A-67E0442182F2}"/>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hệ</a:t>
            </a:r>
            <a:r>
              <a:rPr lang="en-US" dirty="0"/>
              <a:t> </a:t>
            </a:r>
            <a:r>
              <a:rPr lang="en-US" dirty="0" err="1"/>
              <a:t>thống</a:t>
            </a:r>
            <a:r>
              <a:rPr lang="en-US" dirty="0"/>
              <a:t> </a:t>
            </a:r>
            <a:r>
              <a:rPr lang="en-US" dirty="0" err="1"/>
              <a:t>và</a:t>
            </a:r>
            <a:r>
              <a:rPr lang="en-US" dirty="0"/>
              <a:t> </a:t>
            </a:r>
            <a:r>
              <a:rPr lang="en-US" dirty="0" err="1"/>
              <a:t>quy</a:t>
            </a:r>
            <a:r>
              <a:rPr lang="en-US" dirty="0"/>
              <a:t> </a:t>
            </a:r>
            <a:r>
              <a:rPr lang="en-US" dirty="0" err="1"/>
              <a:t>trình</a:t>
            </a:r>
            <a:r>
              <a:rPr lang="en-US" dirty="0"/>
              <a:t> </a:t>
            </a:r>
            <a:r>
              <a:rPr lang="en-US" dirty="0" err="1"/>
              <a:t>xử</a:t>
            </a:r>
            <a:r>
              <a:rPr lang="en-US" dirty="0"/>
              <a:t> </a:t>
            </a:r>
            <a:r>
              <a:rPr lang="en-US" dirty="0" err="1"/>
              <a:t>lý</a:t>
            </a:r>
            <a:r>
              <a:rPr lang="en-US" dirty="0"/>
              <a:t> </a:t>
            </a:r>
            <a:r>
              <a:rPr lang="en-US" dirty="0" err="1"/>
              <a:t>văn</a:t>
            </a:r>
            <a:r>
              <a:rPr lang="en-US" dirty="0"/>
              <a:t> </a:t>
            </a:r>
            <a:r>
              <a:rPr lang="en-US" dirty="0" err="1"/>
              <a:t>bản</a:t>
            </a:r>
            <a:r>
              <a:rPr lang="en-US" dirty="0"/>
              <a:t> </a:t>
            </a:r>
            <a:r>
              <a:rPr lang="en-US" dirty="0" err="1"/>
              <a:t>đến</a:t>
            </a:r>
            <a:endParaRPr lang="en-US" dirty="0"/>
          </a:p>
        </p:txBody>
      </p:sp>
      <p:sp>
        <p:nvSpPr>
          <p:cNvPr id="8" name="object 4">
            <a:extLst>
              <a:ext uri="{FF2B5EF4-FFF2-40B4-BE49-F238E27FC236}">
                <a16:creationId xmlns:a16="http://schemas.microsoft.com/office/drawing/2014/main" id="{8CC1A82E-F2A2-6A7A-27D5-4BAC96B815F8}"/>
              </a:ext>
            </a:extLst>
          </p:cNvPr>
          <p:cNvSpPr/>
          <p:nvPr/>
        </p:nvSpPr>
        <p:spPr>
          <a:xfrm>
            <a:off x="6093506" y="992853"/>
            <a:ext cx="2677871" cy="4872292"/>
          </a:xfrm>
          <a:prstGeom prst="rect">
            <a:avLst/>
          </a:prstGeom>
          <a:blipFill>
            <a:blip r:embed="rId2" cstate="print"/>
            <a:stretch>
              <a:fillRect/>
            </a:stretch>
          </a:blipFill>
        </p:spPr>
        <p:txBody>
          <a:bodyPr wrap="square" lIns="0" tIns="0" rIns="0" bIns="0" rtlCol="0"/>
          <a:lstStyle/>
          <a:p>
            <a:endParaRPr/>
          </a:p>
        </p:txBody>
      </p:sp>
      <p:pic>
        <p:nvPicPr>
          <p:cNvPr id="4" name="drawing">
            <a:extLst>
              <a:ext uri="{FF2B5EF4-FFF2-40B4-BE49-F238E27FC236}">
                <a16:creationId xmlns:a16="http://schemas.microsoft.com/office/drawing/2014/main" id="{3DDA4E74-3789-2309-7046-B1D98AF3B3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2623" y="1140995"/>
            <a:ext cx="5500848" cy="4576009"/>
          </a:xfrm>
          <a:prstGeom prst="rect">
            <a:avLst/>
          </a:prstGeom>
        </p:spPr>
      </p:pic>
    </p:spTree>
    <p:extLst>
      <p:ext uri="{BB962C8B-B14F-4D97-AF65-F5344CB8AC3E}">
        <p14:creationId xmlns:p14="http://schemas.microsoft.com/office/powerpoint/2010/main" val="863909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CE9BC-654F-7659-32D3-AD5665018C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9E0FF0-BED5-9558-138D-13F4CCD328B6}"/>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3" name="Title 2">
            <a:extLst>
              <a:ext uri="{FF2B5EF4-FFF2-40B4-BE49-F238E27FC236}">
                <a16:creationId xmlns:a16="http://schemas.microsoft.com/office/drawing/2014/main" id="{910B8538-95FA-AD05-AC8A-EFB19F836E15}"/>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hệ</a:t>
            </a:r>
            <a:r>
              <a:rPr lang="en-US" dirty="0"/>
              <a:t> </a:t>
            </a:r>
            <a:r>
              <a:rPr lang="en-US" dirty="0" err="1"/>
              <a:t>thống</a:t>
            </a:r>
            <a:r>
              <a:rPr lang="en-US" dirty="0"/>
              <a:t> </a:t>
            </a:r>
            <a:r>
              <a:rPr lang="en-US" dirty="0" err="1"/>
              <a:t>và</a:t>
            </a:r>
            <a:r>
              <a:rPr lang="en-US" dirty="0"/>
              <a:t> </a:t>
            </a:r>
            <a:r>
              <a:rPr lang="en-US" dirty="0" err="1"/>
              <a:t>quy</a:t>
            </a:r>
            <a:r>
              <a:rPr lang="en-US" dirty="0"/>
              <a:t> </a:t>
            </a:r>
            <a:r>
              <a:rPr lang="en-US" dirty="0" err="1"/>
              <a:t>trình</a:t>
            </a:r>
            <a:r>
              <a:rPr lang="en-US" dirty="0"/>
              <a:t> </a:t>
            </a:r>
            <a:r>
              <a:rPr lang="en-US" dirty="0" err="1"/>
              <a:t>xử</a:t>
            </a:r>
            <a:r>
              <a:rPr lang="en-US" dirty="0"/>
              <a:t> </a:t>
            </a:r>
            <a:r>
              <a:rPr lang="en-US" dirty="0" err="1"/>
              <a:t>lý</a:t>
            </a:r>
            <a:r>
              <a:rPr lang="en-US" dirty="0"/>
              <a:t> </a:t>
            </a:r>
            <a:r>
              <a:rPr lang="en-US" dirty="0" err="1"/>
              <a:t>văn</a:t>
            </a:r>
            <a:r>
              <a:rPr lang="en-US" dirty="0"/>
              <a:t> </a:t>
            </a:r>
            <a:r>
              <a:rPr lang="en-US" dirty="0" err="1"/>
              <a:t>bản</a:t>
            </a:r>
            <a:r>
              <a:rPr lang="en-US" dirty="0"/>
              <a:t> </a:t>
            </a:r>
            <a:r>
              <a:rPr lang="en-US" dirty="0" err="1"/>
              <a:t>đến</a:t>
            </a:r>
            <a:endParaRPr lang="en-US" dirty="0"/>
          </a:p>
        </p:txBody>
      </p:sp>
      <p:pic>
        <p:nvPicPr>
          <p:cNvPr id="5" name="drawing" descr="A diagram of a person's relationship&#10;&#10;AI-generated content may be incorrect.">
            <a:extLst>
              <a:ext uri="{FF2B5EF4-FFF2-40B4-BE49-F238E27FC236}">
                <a16:creationId xmlns:a16="http://schemas.microsoft.com/office/drawing/2014/main" id="{6C375CC1-2280-8E8A-2FEC-7004A40ABBDF}"/>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921095" y="840434"/>
            <a:ext cx="3301810" cy="5177131"/>
          </a:xfrm>
          <a:prstGeom prst="rect">
            <a:avLst/>
          </a:prstGeom>
        </p:spPr>
      </p:pic>
    </p:spTree>
    <p:extLst>
      <p:ext uri="{BB962C8B-B14F-4D97-AF65-F5344CB8AC3E}">
        <p14:creationId xmlns:p14="http://schemas.microsoft.com/office/powerpoint/2010/main" val="1921786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BCC37-A59E-806F-F131-7DEEB16C6DE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B4F95B5-CE02-F123-F1DB-1A89BC503CB1}"/>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9</a:t>
            </a:fld>
            <a:endParaRPr lang="en-US"/>
          </a:p>
        </p:txBody>
      </p:sp>
      <p:sp>
        <p:nvSpPr>
          <p:cNvPr id="6" name="Hộp Văn bản 5">
            <a:extLst>
              <a:ext uri="{FF2B5EF4-FFF2-40B4-BE49-F238E27FC236}">
                <a16:creationId xmlns:a16="http://schemas.microsoft.com/office/drawing/2014/main" id="{BC590217-162D-0637-5031-34DFCBFC59C7}"/>
              </a:ext>
            </a:extLst>
          </p:cNvPr>
          <p:cNvSpPr txBox="1"/>
          <p:nvPr/>
        </p:nvSpPr>
        <p:spPr>
          <a:xfrm>
            <a:off x="692150" y="2151727"/>
            <a:ext cx="7759700" cy="2554545"/>
          </a:xfrm>
          <a:prstGeom prst="rect">
            <a:avLst/>
          </a:prstGeom>
          <a:noFill/>
        </p:spPr>
        <p:txBody>
          <a:bodyPr wrap="square" rtlCol="0">
            <a:spAutoFit/>
          </a:bodyPr>
          <a:lstStyle/>
          <a:p>
            <a:r>
              <a:rPr lang="en-US" sz="8000" b="1" dirty="0">
                <a:solidFill>
                  <a:srgbClr val="C00000"/>
                </a:solidFill>
                <a:latin typeface="Times New Roman" panose="02020603050405020304" pitchFamily="18" charset="0"/>
                <a:cs typeface="Times New Roman" panose="02020603050405020304" pitchFamily="18" charset="0"/>
              </a:rPr>
              <a:t>CÔNG NGHỆ VÀ KIẾN TRÚC</a:t>
            </a:r>
          </a:p>
        </p:txBody>
      </p:sp>
    </p:spTree>
    <p:extLst>
      <p:ext uri="{BB962C8B-B14F-4D97-AF65-F5344CB8AC3E}">
        <p14:creationId xmlns:p14="http://schemas.microsoft.com/office/powerpoint/2010/main" val="13637741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05E88-6017-EAC8-1E24-F2C4911DFD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91933E-B062-F916-3771-47D9E99EAF22}"/>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F05C4FB9-CB94-08A8-AF70-B5B5813D85C3}"/>
              </a:ext>
            </a:extLst>
          </p:cNvPr>
          <p:cNvSpPr>
            <a:spLocks noGrp="1"/>
          </p:cNvSpPr>
          <p:nvPr>
            <p:ph type="title"/>
          </p:nvPr>
        </p:nvSpPr>
        <p:spPr/>
        <p:txBody>
          <a:bodyPr/>
          <a:lstStyle/>
          <a:p>
            <a:r>
              <a:rPr lang="en-US" dirty="0"/>
              <a:t>Backend</a:t>
            </a:r>
          </a:p>
        </p:txBody>
      </p:sp>
      <p:pic>
        <p:nvPicPr>
          <p:cNvPr id="4" name="Hình ảnh 3" descr="Ảnh có chứa Phông chữ, biểu tượng, Đồ họa, thiết kế&#10;&#10;Nội dung do AI tạo ra có thể không chính xác.">
            <a:extLst>
              <a:ext uri="{FF2B5EF4-FFF2-40B4-BE49-F238E27FC236}">
                <a16:creationId xmlns:a16="http://schemas.microsoft.com/office/drawing/2014/main" id="{41F69118-E7AA-A1D3-D9A5-F0FD3BCD24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9593" y="3429000"/>
            <a:ext cx="2540000" cy="1474901"/>
          </a:xfrm>
          <a:prstGeom prst="rect">
            <a:avLst/>
          </a:prstGeom>
        </p:spPr>
      </p:pic>
      <p:pic>
        <p:nvPicPr>
          <p:cNvPr id="5" name="Hình ảnh 4" descr="Ảnh có chứa văn bản, Phông chữ, Đồ họa, biểu tượng&#10;&#10;Nội dung do AI tạo ra có thể không chính xác.">
            <a:extLst>
              <a:ext uri="{FF2B5EF4-FFF2-40B4-BE49-F238E27FC236}">
                <a16:creationId xmlns:a16="http://schemas.microsoft.com/office/drawing/2014/main" id="{8CC531C2-ED93-6522-6DBB-C22FC25ACB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9593" y="840630"/>
            <a:ext cx="2540000" cy="1429657"/>
          </a:xfrm>
          <a:prstGeom prst="rect">
            <a:avLst/>
          </a:prstGeom>
        </p:spPr>
      </p:pic>
      <p:pic>
        <p:nvPicPr>
          <p:cNvPr id="7" name="Hình ảnh 6" descr="Ảnh có chứa văn bản, biểu tượng, Phông chữ, thiết kế&#10;&#10;Nội dung do AI tạo ra có thể không chính xác.">
            <a:extLst>
              <a:ext uri="{FF2B5EF4-FFF2-40B4-BE49-F238E27FC236}">
                <a16:creationId xmlns:a16="http://schemas.microsoft.com/office/drawing/2014/main" id="{C7B5B797-B8B3-0117-8149-4E5CF7655E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0744" y="2340428"/>
            <a:ext cx="2540000" cy="1088572"/>
          </a:xfrm>
          <a:prstGeom prst="rect">
            <a:avLst/>
          </a:prstGeom>
        </p:spPr>
      </p:pic>
      <p:pic>
        <p:nvPicPr>
          <p:cNvPr id="9" name="Hình ảnh 8" descr="Ảnh có chứa văn bản, ảnh chụp màn hình, Đồ họa, thiết kế&#10;&#10;Nội dung do AI tạo ra có thể không chính xác.">
            <a:extLst>
              <a:ext uri="{FF2B5EF4-FFF2-40B4-BE49-F238E27FC236}">
                <a16:creationId xmlns:a16="http://schemas.microsoft.com/office/drawing/2014/main" id="{C547FCD9-017D-2DF8-7634-9B2D82174B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0112" y="4761606"/>
            <a:ext cx="2559481" cy="1493030"/>
          </a:xfrm>
          <a:prstGeom prst="rect">
            <a:avLst/>
          </a:prstGeom>
        </p:spPr>
      </p:pic>
      <p:sp>
        <p:nvSpPr>
          <p:cNvPr id="11" name="Hộp Văn bản 10">
            <a:extLst>
              <a:ext uri="{FF2B5EF4-FFF2-40B4-BE49-F238E27FC236}">
                <a16:creationId xmlns:a16="http://schemas.microsoft.com/office/drawing/2014/main" id="{CFE53C92-6068-469A-84BE-AF853308B6BB}"/>
              </a:ext>
            </a:extLst>
          </p:cNvPr>
          <p:cNvSpPr txBox="1"/>
          <p:nvPr/>
        </p:nvSpPr>
        <p:spPr>
          <a:xfrm>
            <a:off x="113656" y="840630"/>
            <a:ext cx="5455871" cy="4247317"/>
          </a:xfrm>
          <a:prstGeom prst="rect">
            <a:avLst/>
          </a:prstGeom>
          <a:noFill/>
        </p:spPr>
        <p:txBody>
          <a:bodyPr wrap="square" rtlCol="0">
            <a:spAutoFit/>
          </a:bodyPr>
          <a:lstStyle/>
          <a:p>
            <a:r>
              <a:rPr lang="vi-VN" b="1" dirty="0" err="1">
                <a:latin typeface="+mj-lt"/>
              </a:rPr>
              <a:t>Java</a:t>
            </a:r>
            <a:r>
              <a:rPr lang="vi-VN" b="1" dirty="0">
                <a:latin typeface="+mj-lt"/>
              </a:rPr>
              <a:t> 17+</a:t>
            </a:r>
            <a:r>
              <a:rPr lang="vi-VN" dirty="0">
                <a:latin typeface="+mj-lt"/>
              </a:rPr>
              <a:t> – Ngôn ngữ chính</a:t>
            </a:r>
            <a:br>
              <a:rPr lang="vi-VN" dirty="0">
                <a:latin typeface="+mj-lt"/>
              </a:rPr>
            </a:br>
            <a:r>
              <a:rPr lang="vi-VN" dirty="0">
                <a:latin typeface="+mj-lt"/>
              </a:rPr>
              <a:t>Sử dụng </a:t>
            </a:r>
            <a:r>
              <a:rPr lang="vi-VN" dirty="0" err="1">
                <a:latin typeface="+mj-lt"/>
              </a:rPr>
              <a:t>Java</a:t>
            </a:r>
            <a:r>
              <a:rPr lang="vi-VN" dirty="0">
                <a:latin typeface="+mj-lt"/>
              </a:rPr>
              <a:t> 17 để tận dụng hiệu năng, bảo mật và khả năng mở rộng, phù hợp với các hệ thống quản lý văn bản quy mô lớn.</a:t>
            </a:r>
          </a:p>
          <a:p>
            <a:r>
              <a:rPr lang="vi-VN" b="1" dirty="0" err="1">
                <a:latin typeface="+mj-lt"/>
              </a:rPr>
              <a:t>Maven</a:t>
            </a:r>
            <a:r>
              <a:rPr lang="vi-VN" dirty="0">
                <a:latin typeface="+mj-lt"/>
              </a:rPr>
              <a:t> – Công cụ </a:t>
            </a:r>
            <a:r>
              <a:rPr lang="vi-VN" dirty="0" err="1">
                <a:latin typeface="+mj-lt"/>
              </a:rPr>
              <a:t>build</a:t>
            </a:r>
            <a:br>
              <a:rPr lang="vi-VN" dirty="0">
                <a:latin typeface="+mj-lt"/>
              </a:rPr>
            </a:br>
            <a:r>
              <a:rPr lang="vi-VN" dirty="0">
                <a:latin typeface="+mj-lt"/>
              </a:rPr>
              <a:t>Đảm nhiệm việc </a:t>
            </a:r>
            <a:r>
              <a:rPr lang="vi-VN" dirty="0" err="1">
                <a:latin typeface="+mj-lt"/>
              </a:rPr>
              <a:t>build</a:t>
            </a:r>
            <a:r>
              <a:rPr lang="vi-VN" dirty="0">
                <a:latin typeface="+mj-lt"/>
              </a:rPr>
              <a:t>, quản lý </a:t>
            </a:r>
            <a:r>
              <a:rPr lang="vi-VN" dirty="0" err="1">
                <a:latin typeface="+mj-lt"/>
              </a:rPr>
              <a:t>dependencies</a:t>
            </a:r>
            <a:r>
              <a:rPr lang="vi-VN" dirty="0">
                <a:latin typeface="+mj-lt"/>
              </a:rPr>
              <a:t> và hỗ trợ tích hợp CI/CD, giúp dự án ổn định và dễ triển khai.</a:t>
            </a:r>
          </a:p>
          <a:p>
            <a:r>
              <a:rPr lang="vi-VN" b="1" dirty="0" err="1">
                <a:latin typeface="+mj-lt"/>
              </a:rPr>
              <a:t>PostgreSQL</a:t>
            </a:r>
            <a:r>
              <a:rPr lang="vi-VN" dirty="0">
                <a:latin typeface="+mj-lt"/>
              </a:rPr>
              <a:t> – Lưu </a:t>
            </a:r>
            <a:r>
              <a:rPr lang="vi-VN" dirty="0" err="1">
                <a:latin typeface="+mj-lt"/>
              </a:rPr>
              <a:t>metadata</a:t>
            </a:r>
            <a:r>
              <a:rPr lang="vi-VN" dirty="0">
                <a:latin typeface="+mj-lt"/>
              </a:rPr>
              <a:t> &amp; </a:t>
            </a:r>
            <a:r>
              <a:rPr lang="vi-VN" dirty="0" err="1">
                <a:latin typeface="+mj-lt"/>
              </a:rPr>
              <a:t>workflow</a:t>
            </a:r>
            <a:br>
              <a:rPr lang="vi-VN" dirty="0">
                <a:latin typeface="+mj-lt"/>
              </a:rPr>
            </a:br>
            <a:r>
              <a:rPr lang="vi-VN" dirty="0">
                <a:latin typeface="+mj-lt"/>
              </a:rPr>
              <a:t>Dùng để lưu trữ thông tin văn bản, trạng thái xử lý và phân quyền. </a:t>
            </a:r>
            <a:r>
              <a:rPr lang="vi-VN" dirty="0" err="1">
                <a:latin typeface="+mj-lt"/>
              </a:rPr>
              <a:t>PostgreSQL</a:t>
            </a:r>
            <a:r>
              <a:rPr lang="vi-VN" dirty="0">
                <a:latin typeface="+mj-lt"/>
              </a:rPr>
              <a:t> bảo đảm tính toàn vẹn dữ liệu và xử lý truy vấn tốt.</a:t>
            </a:r>
          </a:p>
          <a:p>
            <a:r>
              <a:rPr lang="vi-VN" b="1" dirty="0" err="1">
                <a:latin typeface="+mj-lt"/>
              </a:rPr>
              <a:t>MongoDB</a:t>
            </a:r>
            <a:r>
              <a:rPr lang="vi-VN" b="1" dirty="0">
                <a:latin typeface="+mj-lt"/>
              </a:rPr>
              <a:t> </a:t>
            </a:r>
            <a:r>
              <a:rPr lang="vi-VN" b="1" dirty="0" err="1">
                <a:latin typeface="+mj-lt"/>
              </a:rPr>
              <a:t>GridFS</a:t>
            </a:r>
            <a:r>
              <a:rPr lang="vi-VN" dirty="0">
                <a:latin typeface="+mj-lt"/>
              </a:rPr>
              <a:t> – Lưu </a:t>
            </a:r>
            <a:r>
              <a:rPr lang="vi-VN" dirty="0" err="1">
                <a:latin typeface="+mj-lt"/>
              </a:rPr>
              <a:t>file</a:t>
            </a:r>
            <a:r>
              <a:rPr lang="vi-VN" dirty="0">
                <a:latin typeface="+mj-lt"/>
              </a:rPr>
              <a:t> văn bản</a:t>
            </a:r>
            <a:br>
              <a:rPr lang="vi-VN" dirty="0">
                <a:latin typeface="+mj-lt"/>
              </a:rPr>
            </a:br>
            <a:r>
              <a:rPr lang="vi-VN" dirty="0">
                <a:latin typeface="+mj-lt"/>
              </a:rPr>
              <a:t>Lưu trữ các </a:t>
            </a:r>
            <a:r>
              <a:rPr lang="vi-VN" dirty="0" err="1">
                <a:latin typeface="+mj-lt"/>
              </a:rPr>
              <a:t>file</a:t>
            </a:r>
            <a:r>
              <a:rPr lang="vi-VN" dirty="0">
                <a:latin typeface="+mj-lt"/>
              </a:rPr>
              <a:t> PDF, DOCX và tệp dung lượng lớn bằng cơ chế phân mảnh, giúp </a:t>
            </a:r>
            <a:r>
              <a:rPr lang="vi-VN" dirty="0" err="1">
                <a:latin typeface="+mj-lt"/>
              </a:rPr>
              <a:t>upload</a:t>
            </a:r>
            <a:r>
              <a:rPr lang="vi-VN" dirty="0">
                <a:latin typeface="+mj-lt"/>
              </a:rPr>
              <a:t>/</a:t>
            </a:r>
            <a:r>
              <a:rPr lang="vi-VN" dirty="0" err="1">
                <a:latin typeface="+mj-lt"/>
              </a:rPr>
              <a:t>download</a:t>
            </a:r>
            <a:r>
              <a:rPr lang="vi-VN" dirty="0">
                <a:latin typeface="+mj-lt"/>
              </a:rPr>
              <a:t> nhanh và mở rộng linh hoạt.</a:t>
            </a:r>
          </a:p>
        </p:txBody>
      </p:sp>
    </p:spTree>
    <p:extLst>
      <p:ext uri="{BB962C8B-B14F-4D97-AF65-F5344CB8AC3E}">
        <p14:creationId xmlns:p14="http://schemas.microsoft.com/office/powerpoint/2010/main" val="4981769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E4756-432D-832B-7080-6BCB29BE2D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547248-A91D-FF85-459F-8EAEF5C09261}"/>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C4BC51CB-F1A1-C6F1-D142-2CCD23E7E6EF}"/>
              </a:ext>
            </a:extLst>
          </p:cNvPr>
          <p:cNvSpPr>
            <a:spLocks noGrp="1"/>
          </p:cNvSpPr>
          <p:nvPr>
            <p:ph type="title"/>
          </p:nvPr>
        </p:nvSpPr>
        <p:spPr/>
        <p:txBody>
          <a:bodyPr/>
          <a:lstStyle/>
          <a:p>
            <a:r>
              <a:rPr lang="en-US" dirty="0"/>
              <a:t>Frontend</a:t>
            </a:r>
          </a:p>
        </p:txBody>
      </p:sp>
      <p:sp>
        <p:nvSpPr>
          <p:cNvPr id="11" name="Hộp Văn bản 10">
            <a:extLst>
              <a:ext uri="{FF2B5EF4-FFF2-40B4-BE49-F238E27FC236}">
                <a16:creationId xmlns:a16="http://schemas.microsoft.com/office/drawing/2014/main" id="{9C56A7E7-5B11-B019-666C-37CCA42F3BD8}"/>
              </a:ext>
            </a:extLst>
          </p:cNvPr>
          <p:cNvSpPr txBox="1"/>
          <p:nvPr/>
        </p:nvSpPr>
        <p:spPr>
          <a:xfrm>
            <a:off x="113656" y="840630"/>
            <a:ext cx="5455871" cy="5355312"/>
          </a:xfrm>
          <a:prstGeom prst="rect">
            <a:avLst/>
          </a:prstGeom>
          <a:noFill/>
        </p:spPr>
        <p:txBody>
          <a:bodyPr wrap="square" rtlCol="0">
            <a:spAutoFit/>
          </a:bodyPr>
          <a:lstStyle/>
          <a:p>
            <a:r>
              <a:rPr lang="vi-VN" b="1" dirty="0" err="1">
                <a:latin typeface="+mj-lt"/>
              </a:rPr>
              <a:t>Java</a:t>
            </a:r>
            <a:r>
              <a:rPr lang="vi-VN" b="1" dirty="0">
                <a:latin typeface="+mj-lt"/>
              </a:rPr>
              <a:t> </a:t>
            </a:r>
            <a:r>
              <a:rPr lang="vi-VN" b="1" dirty="0" err="1">
                <a:latin typeface="+mj-lt"/>
              </a:rPr>
              <a:t>Swing</a:t>
            </a:r>
            <a:r>
              <a:rPr lang="vi-VN" dirty="0">
                <a:latin typeface="+mj-lt"/>
              </a:rPr>
              <a:t> – Giao diện </a:t>
            </a:r>
            <a:r>
              <a:rPr lang="vi-VN" dirty="0" err="1">
                <a:latin typeface="+mj-lt"/>
              </a:rPr>
              <a:t>desktop</a:t>
            </a:r>
            <a:br>
              <a:rPr lang="vi-VN" dirty="0">
                <a:latin typeface="+mj-lt"/>
              </a:rPr>
            </a:br>
            <a:r>
              <a:rPr lang="vi-VN" dirty="0">
                <a:latin typeface="+mj-lt"/>
              </a:rPr>
              <a:t>Sử dụng </a:t>
            </a:r>
            <a:r>
              <a:rPr lang="vi-VN" dirty="0" err="1">
                <a:latin typeface="+mj-lt"/>
              </a:rPr>
              <a:t>Swing</a:t>
            </a:r>
            <a:r>
              <a:rPr lang="vi-VN" dirty="0">
                <a:latin typeface="+mj-lt"/>
              </a:rPr>
              <a:t> để xây dựng ứng dụng chạy trực tiếp trên máy tính, giao diện trực quan, ổn định, phù hợp cho môi trường làm việc hành chính và thao tác văn bản nhanh chóng.</a:t>
            </a:r>
          </a:p>
          <a:p>
            <a:r>
              <a:rPr lang="vi-VN" b="1" dirty="0">
                <a:latin typeface="+mj-lt"/>
              </a:rPr>
              <a:t>IMAP</a:t>
            </a:r>
            <a:r>
              <a:rPr lang="vi-VN" dirty="0">
                <a:latin typeface="+mj-lt"/>
              </a:rPr>
              <a:t> – Tích hợp </a:t>
            </a:r>
            <a:r>
              <a:rPr lang="vi-VN" dirty="0" err="1">
                <a:latin typeface="+mj-lt"/>
              </a:rPr>
              <a:t>Gmail</a:t>
            </a:r>
            <a:r>
              <a:rPr lang="vi-VN" dirty="0">
                <a:latin typeface="+mj-lt"/>
              </a:rPr>
              <a:t> để nhận </a:t>
            </a:r>
            <a:r>
              <a:rPr lang="vi-VN" dirty="0" err="1">
                <a:latin typeface="+mj-lt"/>
              </a:rPr>
              <a:t>email</a:t>
            </a:r>
            <a:br>
              <a:rPr lang="vi-VN" dirty="0">
                <a:latin typeface="+mj-lt"/>
              </a:rPr>
            </a:br>
            <a:r>
              <a:rPr lang="vi-VN" dirty="0">
                <a:latin typeface="+mj-lt"/>
              </a:rPr>
              <a:t>Dùng giao thức IMAP để tự động đồng bộ và tiếp nhận </a:t>
            </a:r>
            <a:r>
              <a:rPr lang="vi-VN" dirty="0" err="1">
                <a:latin typeface="+mj-lt"/>
              </a:rPr>
              <a:t>email</a:t>
            </a:r>
            <a:r>
              <a:rPr lang="vi-VN" dirty="0">
                <a:latin typeface="+mj-lt"/>
              </a:rPr>
              <a:t> từ </a:t>
            </a:r>
            <a:r>
              <a:rPr lang="vi-VN" dirty="0" err="1">
                <a:latin typeface="+mj-lt"/>
              </a:rPr>
              <a:t>Gmail</a:t>
            </a:r>
            <a:r>
              <a:rPr lang="vi-VN" dirty="0">
                <a:latin typeface="+mj-lt"/>
              </a:rPr>
              <a:t>, giúp hệ thống nhận văn bản đến nhanh hơn, giảm thao tác thủ công và đảm bảo luồng công việc luôn được cập nhật kịp thời.</a:t>
            </a:r>
            <a:endParaRPr lang="en-US" dirty="0">
              <a:latin typeface="+mj-lt"/>
            </a:endParaRPr>
          </a:p>
          <a:p>
            <a:endParaRPr lang="en-US" dirty="0">
              <a:latin typeface="+mj-lt"/>
            </a:endParaRPr>
          </a:p>
          <a:p>
            <a:r>
              <a:rPr lang="en-US" dirty="0" err="1">
                <a:latin typeface="+mj-lt"/>
              </a:rPr>
              <a:t>Một</a:t>
            </a:r>
            <a:r>
              <a:rPr lang="en-US" dirty="0">
                <a:latin typeface="+mj-lt"/>
              </a:rPr>
              <a:t> </a:t>
            </a:r>
            <a:r>
              <a:rPr lang="en-US" dirty="0" err="1">
                <a:latin typeface="+mj-lt"/>
              </a:rPr>
              <a:t>số</a:t>
            </a:r>
            <a:r>
              <a:rPr lang="en-US" dirty="0">
                <a:latin typeface="+mj-lt"/>
              </a:rPr>
              <a:t> </a:t>
            </a:r>
            <a:r>
              <a:rPr lang="en-US" dirty="0" err="1">
                <a:latin typeface="+mj-lt"/>
              </a:rPr>
              <a:t>thư</a:t>
            </a:r>
            <a:r>
              <a:rPr lang="en-US" dirty="0">
                <a:latin typeface="+mj-lt"/>
              </a:rPr>
              <a:t> </a:t>
            </a:r>
            <a:r>
              <a:rPr lang="en-US" dirty="0" err="1">
                <a:latin typeface="+mj-lt"/>
              </a:rPr>
              <a:t>viện</a:t>
            </a:r>
            <a:r>
              <a:rPr lang="en-US" dirty="0">
                <a:latin typeface="+mj-lt"/>
              </a:rPr>
              <a:t> </a:t>
            </a:r>
            <a:r>
              <a:rPr lang="en-US" dirty="0" err="1">
                <a:latin typeface="+mj-lt"/>
              </a:rPr>
              <a:t>thêm</a:t>
            </a:r>
            <a:r>
              <a:rPr lang="en-US" dirty="0">
                <a:latin typeface="+mj-lt"/>
              </a:rPr>
              <a:t> :</a:t>
            </a:r>
          </a:p>
          <a:p>
            <a:pPr marL="285750" indent="-285750">
              <a:buFont typeface="Arial" panose="020B0604020202020204" pitchFamily="34" charset="0"/>
              <a:buChar char="•"/>
            </a:pPr>
            <a:r>
              <a:rPr lang="vi-VN" b="1" dirty="0">
                <a:latin typeface="+mj-lt"/>
              </a:rPr>
              <a:t>Thư viện</a:t>
            </a:r>
          </a:p>
          <a:p>
            <a:pPr marL="285750" indent="-285750">
              <a:buFont typeface="Arial" panose="020B0604020202020204" pitchFamily="34" charset="0"/>
              <a:buChar char="•"/>
            </a:pPr>
            <a:r>
              <a:rPr lang="vi-VN" b="1" dirty="0" err="1">
                <a:latin typeface="+mj-lt"/>
              </a:rPr>
              <a:t>HikariCP</a:t>
            </a:r>
            <a:r>
              <a:rPr lang="vi-VN" dirty="0">
                <a:latin typeface="+mj-lt"/>
              </a:rPr>
              <a:t> - </a:t>
            </a:r>
            <a:r>
              <a:rPr lang="vi-VN" dirty="0" err="1">
                <a:latin typeface="+mj-lt"/>
              </a:rPr>
              <a:t>Connection</a:t>
            </a:r>
            <a:r>
              <a:rPr lang="vi-VN" dirty="0">
                <a:latin typeface="+mj-lt"/>
              </a:rPr>
              <a:t> </a:t>
            </a:r>
            <a:r>
              <a:rPr lang="vi-VN" dirty="0" err="1">
                <a:latin typeface="+mj-lt"/>
              </a:rPr>
              <a:t>pooling</a:t>
            </a:r>
            <a:endParaRPr lang="vi-VN" dirty="0">
              <a:latin typeface="+mj-lt"/>
            </a:endParaRPr>
          </a:p>
          <a:p>
            <a:pPr marL="285750" indent="-285750">
              <a:buFont typeface="Arial" panose="020B0604020202020204" pitchFamily="34" charset="0"/>
              <a:buChar char="•"/>
            </a:pPr>
            <a:r>
              <a:rPr lang="vi-VN" b="1" dirty="0" err="1">
                <a:latin typeface="+mj-lt"/>
              </a:rPr>
              <a:t>BCrypt</a:t>
            </a:r>
            <a:r>
              <a:rPr lang="vi-VN" dirty="0">
                <a:latin typeface="+mj-lt"/>
              </a:rPr>
              <a:t> - Mã hóa mật khẩu</a:t>
            </a:r>
          </a:p>
          <a:p>
            <a:pPr marL="285750" indent="-285750">
              <a:buFont typeface="Arial" panose="020B0604020202020204" pitchFamily="34" charset="0"/>
              <a:buChar char="•"/>
            </a:pPr>
            <a:r>
              <a:rPr lang="vi-VN" b="1" dirty="0" err="1">
                <a:latin typeface="+mj-lt"/>
              </a:rPr>
              <a:t>JavaMail</a:t>
            </a:r>
            <a:r>
              <a:rPr lang="vi-VN" b="1" dirty="0">
                <a:latin typeface="+mj-lt"/>
              </a:rPr>
              <a:t> API</a:t>
            </a:r>
            <a:r>
              <a:rPr lang="vi-VN" dirty="0">
                <a:latin typeface="+mj-lt"/>
              </a:rPr>
              <a:t> - Xử lý </a:t>
            </a:r>
            <a:r>
              <a:rPr lang="vi-VN" dirty="0" err="1">
                <a:latin typeface="+mj-lt"/>
              </a:rPr>
              <a:t>email</a:t>
            </a:r>
            <a:endParaRPr lang="vi-VN" dirty="0">
              <a:latin typeface="+mj-lt"/>
            </a:endParaRPr>
          </a:p>
          <a:p>
            <a:pPr marL="285750" indent="-285750">
              <a:buFont typeface="Arial" panose="020B0604020202020204" pitchFamily="34" charset="0"/>
              <a:buChar char="•"/>
            </a:pPr>
            <a:r>
              <a:rPr lang="vi-VN" b="1" dirty="0">
                <a:latin typeface="+mj-lt"/>
              </a:rPr>
              <a:t>SLF4J</a:t>
            </a:r>
            <a:r>
              <a:rPr lang="vi-VN" dirty="0">
                <a:latin typeface="+mj-lt"/>
              </a:rPr>
              <a:t> - </a:t>
            </a:r>
            <a:r>
              <a:rPr lang="vi-VN" dirty="0" err="1">
                <a:latin typeface="+mj-lt"/>
              </a:rPr>
              <a:t>Logging</a:t>
            </a:r>
            <a:endParaRPr lang="vi-VN" dirty="0">
              <a:latin typeface="+mj-lt"/>
            </a:endParaRPr>
          </a:p>
          <a:p>
            <a:br>
              <a:rPr lang="vi-VN" dirty="0"/>
            </a:br>
            <a:endParaRPr lang="vi-VN" dirty="0">
              <a:latin typeface="+mj-lt"/>
            </a:endParaRPr>
          </a:p>
        </p:txBody>
      </p:sp>
      <p:pic>
        <p:nvPicPr>
          <p:cNvPr id="8" name="Hình ảnh 7" descr="Ảnh có chứa biểu tượng, Đồ họa, Phông chữ, thiết kế&#10;&#10;Nội dung do AI tạo ra có thể không chính xác.">
            <a:extLst>
              <a:ext uri="{FF2B5EF4-FFF2-40B4-BE49-F238E27FC236}">
                <a16:creationId xmlns:a16="http://schemas.microsoft.com/office/drawing/2014/main" id="{79F73ECD-42B8-37E1-AF5B-E89930BD49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7229" y="3822877"/>
            <a:ext cx="3506771" cy="1972559"/>
          </a:xfrm>
          <a:prstGeom prst="rect">
            <a:avLst/>
          </a:prstGeom>
        </p:spPr>
      </p:pic>
      <p:pic>
        <p:nvPicPr>
          <p:cNvPr id="12" name="Hình ảnh 11" descr="Ảnh có chứa văn bản, biểu đồ, Phông chữ, Kế hoạch&#10;&#10;Nội dung do AI tạo ra có thể không chính xác.">
            <a:extLst>
              <a:ext uri="{FF2B5EF4-FFF2-40B4-BE49-F238E27FC236}">
                <a16:creationId xmlns:a16="http://schemas.microsoft.com/office/drawing/2014/main" id="{55227F46-27CE-3676-989D-847496680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7118" y="1050610"/>
            <a:ext cx="3273226" cy="2454920"/>
          </a:xfrm>
          <a:prstGeom prst="rect">
            <a:avLst/>
          </a:prstGeom>
        </p:spPr>
      </p:pic>
    </p:spTree>
    <p:extLst>
      <p:ext uri="{BB962C8B-B14F-4D97-AF65-F5344CB8AC3E}">
        <p14:creationId xmlns:p14="http://schemas.microsoft.com/office/powerpoint/2010/main" val="1399084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0A301-8623-BB44-A079-91729D2BE74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3747AD7-AA51-5743-A75E-F4D68DC9AEBC}"/>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12</a:t>
            </a:fld>
            <a:endParaRPr lang="en-US"/>
          </a:p>
        </p:txBody>
      </p:sp>
      <p:sp>
        <p:nvSpPr>
          <p:cNvPr id="6" name="Hộp Văn bản 5">
            <a:extLst>
              <a:ext uri="{FF2B5EF4-FFF2-40B4-BE49-F238E27FC236}">
                <a16:creationId xmlns:a16="http://schemas.microsoft.com/office/drawing/2014/main" id="{1C098F4D-0C1D-15AA-8F87-71A40A0543DA}"/>
              </a:ext>
            </a:extLst>
          </p:cNvPr>
          <p:cNvSpPr txBox="1"/>
          <p:nvPr/>
        </p:nvSpPr>
        <p:spPr>
          <a:xfrm>
            <a:off x="1974517" y="2767280"/>
            <a:ext cx="5194966" cy="1323439"/>
          </a:xfrm>
          <a:prstGeom prst="rect">
            <a:avLst/>
          </a:prstGeom>
          <a:noFill/>
        </p:spPr>
        <p:txBody>
          <a:bodyPr wrap="square" rtlCol="0">
            <a:spAutoFit/>
          </a:bodyPr>
          <a:lstStyle/>
          <a:p>
            <a:r>
              <a:rPr lang="en-US" sz="8000" b="1" dirty="0">
                <a:solidFill>
                  <a:srgbClr val="C00000"/>
                </a:solidFill>
                <a:latin typeface="Times New Roman" panose="02020603050405020304" pitchFamily="18" charset="0"/>
                <a:cs typeface="Times New Roman" panose="02020603050405020304" pitchFamily="18" charset="0"/>
              </a:rPr>
              <a:t>Demo APP</a:t>
            </a:r>
          </a:p>
        </p:txBody>
      </p:sp>
    </p:spTree>
    <p:extLst>
      <p:ext uri="{BB962C8B-B14F-4D97-AF65-F5344CB8AC3E}">
        <p14:creationId xmlns:p14="http://schemas.microsoft.com/office/powerpoint/2010/main" val="3655770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CB8B9-3693-9187-4BAB-444C1BA310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6BA038-C5B7-95A5-85AD-0AF7CBCCDD57}"/>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5" name="Tiêu đề 4">
            <a:extLst>
              <a:ext uri="{FF2B5EF4-FFF2-40B4-BE49-F238E27FC236}">
                <a16:creationId xmlns:a16="http://schemas.microsoft.com/office/drawing/2014/main" id="{A29DDC6E-66B4-20C0-A667-3F9A0DE14F37}"/>
              </a:ext>
            </a:extLst>
          </p:cNvPr>
          <p:cNvSpPr>
            <a:spLocks noGrp="1"/>
          </p:cNvSpPr>
          <p:nvPr>
            <p:ph type="title"/>
          </p:nvPr>
        </p:nvSpPr>
        <p:spPr/>
        <p:txBody>
          <a:bodyPr/>
          <a:lstStyle/>
          <a:p>
            <a:r>
              <a:rPr lang="en-US" dirty="0" err="1"/>
              <a:t>Đăng</a:t>
            </a:r>
            <a:r>
              <a:rPr lang="en-US" dirty="0"/>
              <a:t> </a:t>
            </a:r>
            <a:r>
              <a:rPr lang="en-US" dirty="0" err="1"/>
              <a:t>nhập</a:t>
            </a:r>
            <a:r>
              <a:rPr lang="en-US" dirty="0"/>
              <a:t> </a:t>
            </a:r>
            <a:r>
              <a:rPr lang="en-US" dirty="0" err="1"/>
              <a:t>và</a:t>
            </a:r>
            <a:r>
              <a:rPr lang="en-US" dirty="0"/>
              <a:t> </a:t>
            </a:r>
            <a:r>
              <a:rPr lang="en-US" dirty="0" err="1"/>
              <a:t>đăng</a:t>
            </a:r>
            <a:r>
              <a:rPr lang="en-US" dirty="0"/>
              <a:t> </a:t>
            </a:r>
            <a:r>
              <a:rPr lang="en-US" dirty="0" err="1"/>
              <a:t>kí</a:t>
            </a:r>
            <a:endParaRPr lang="en-US" dirty="0"/>
          </a:p>
        </p:txBody>
      </p:sp>
      <p:pic>
        <p:nvPicPr>
          <p:cNvPr id="7" name="Hình ảnh 6">
            <a:extLst>
              <a:ext uri="{FF2B5EF4-FFF2-40B4-BE49-F238E27FC236}">
                <a16:creationId xmlns:a16="http://schemas.microsoft.com/office/drawing/2014/main" id="{947AD438-AE1D-A8C9-49FC-1E89E1CBB2ED}"/>
              </a:ext>
            </a:extLst>
          </p:cNvPr>
          <p:cNvPicPr>
            <a:picLocks noChangeAspect="1"/>
          </p:cNvPicPr>
          <p:nvPr/>
        </p:nvPicPr>
        <p:blipFill>
          <a:blip r:embed="rId2"/>
          <a:stretch>
            <a:fillRect/>
          </a:stretch>
        </p:blipFill>
        <p:spPr>
          <a:xfrm>
            <a:off x="235077" y="913730"/>
            <a:ext cx="2465394" cy="2444745"/>
          </a:xfrm>
          <a:prstGeom prst="rect">
            <a:avLst/>
          </a:prstGeom>
        </p:spPr>
      </p:pic>
      <p:pic>
        <p:nvPicPr>
          <p:cNvPr id="10" name="Hình ảnh 9">
            <a:extLst>
              <a:ext uri="{FF2B5EF4-FFF2-40B4-BE49-F238E27FC236}">
                <a16:creationId xmlns:a16="http://schemas.microsoft.com/office/drawing/2014/main" id="{C0513F69-E93A-C6CF-3D12-E29E5DC87FBD}"/>
              </a:ext>
            </a:extLst>
          </p:cNvPr>
          <p:cNvPicPr>
            <a:picLocks noChangeAspect="1"/>
          </p:cNvPicPr>
          <p:nvPr/>
        </p:nvPicPr>
        <p:blipFill>
          <a:blip r:embed="rId3"/>
          <a:stretch>
            <a:fillRect/>
          </a:stretch>
        </p:blipFill>
        <p:spPr>
          <a:xfrm>
            <a:off x="2794099" y="913729"/>
            <a:ext cx="3205609" cy="2444745"/>
          </a:xfrm>
          <a:prstGeom prst="rect">
            <a:avLst/>
          </a:prstGeom>
        </p:spPr>
      </p:pic>
      <p:pic>
        <p:nvPicPr>
          <p:cNvPr id="14" name="Hình ảnh 13">
            <a:extLst>
              <a:ext uri="{FF2B5EF4-FFF2-40B4-BE49-F238E27FC236}">
                <a16:creationId xmlns:a16="http://schemas.microsoft.com/office/drawing/2014/main" id="{858687DC-2AB2-2DF8-5F2C-4CF50B596E62}"/>
              </a:ext>
            </a:extLst>
          </p:cNvPr>
          <p:cNvPicPr>
            <a:picLocks noChangeAspect="1"/>
          </p:cNvPicPr>
          <p:nvPr/>
        </p:nvPicPr>
        <p:blipFill>
          <a:blip r:embed="rId4"/>
          <a:stretch>
            <a:fillRect/>
          </a:stretch>
        </p:blipFill>
        <p:spPr>
          <a:xfrm>
            <a:off x="6093336" y="913730"/>
            <a:ext cx="3050664" cy="2444744"/>
          </a:xfrm>
          <a:prstGeom prst="rect">
            <a:avLst/>
          </a:prstGeom>
        </p:spPr>
      </p:pic>
      <p:sp>
        <p:nvSpPr>
          <p:cNvPr id="15" name="Hộp Văn bản 14">
            <a:extLst>
              <a:ext uri="{FF2B5EF4-FFF2-40B4-BE49-F238E27FC236}">
                <a16:creationId xmlns:a16="http://schemas.microsoft.com/office/drawing/2014/main" id="{780D0D70-91A2-1A7A-7939-307BBA271961}"/>
              </a:ext>
            </a:extLst>
          </p:cNvPr>
          <p:cNvSpPr txBox="1"/>
          <p:nvPr/>
        </p:nvSpPr>
        <p:spPr>
          <a:xfrm>
            <a:off x="235077" y="3817898"/>
            <a:ext cx="6084605" cy="646331"/>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Đây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6483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AE1A9-7B86-E25E-D02E-4DE181CDF6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FF5846-A327-B19E-F633-6C8D126D02BD}"/>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5" name="Tiêu đề 4">
            <a:extLst>
              <a:ext uri="{FF2B5EF4-FFF2-40B4-BE49-F238E27FC236}">
                <a16:creationId xmlns:a16="http://schemas.microsoft.com/office/drawing/2014/main" id="{F7F68342-ADA9-F86F-8D52-B6E0393CC8DB}"/>
              </a:ext>
            </a:extLst>
          </p:cNvPr>
          <p:cNvSpPr>
            <a:spLocks noGrp="1"/>
          </p:cNvSpPr>
          <p:nvPr>
            <p:ph type="title"/>
          </p:nvPr>
        </p:nvSpPr>
        <p:spPr/>
        <p:txBody>
          <a:bodyPr/>
          <a:lstStyle/>
          <a:p>
            <a:r>
              <a:rPr lang="en-US" dirty="0" err="1"/>
              <a:t>Đăng</a:t>
            </a:r>
            <a:r>
              <a:rPr lang="en-US" dirty="0"/>
              <a:t> </a:t>
            </a:r>
            <a:r>
              <a:rPr lang="en-US" dirty="0" err="1"/>
              <a:t>nhập</a:t>
            </a:r>
            <a:r>
              <a:rPr lang="en-US" dirty="0"/>
              <a:t> </a:t>
            </a:r>
            <a:r>
              <a:rPr lang="en-US" dirty="0" err="1"/>
              <a:t>quản</a:t>
            </a:r>
            <a:r>
              <a:rPr lang="en-US" dirty="0"/>
              <a:t> </a:t>
            </a:r>
            <a:r>
              <a:rPr lang="en-US" dirty="0" err="1"/>
              <a:t>trị</a:t>
            </a:r>
            <a:r>
              <a:rPr lang="en-US" dirty="0"/>
              <a:t> </a:t>
            </a:r>
            <a:r>
              <a:rPr lang="en-US" dirty="0" err="1"/>
              <a:t>viên</a:t>
            </a:r>
            <a:r>
              <a:rPr lang="en-US" dirty="0"/>
              <a:t> ADMIN</a:t>
            </a:r>
          </a:p>
        </p:txBody>
      </p:sp>
      <p:pic>
        <p:nvPicPr>
          <p:cNvPr id="4" name="Hình ảnh 3">
            <a:extLst>
              <a:ext uri="{FF2B5EF4-FFF2-40B4-BE49-F238E27FC236}">
                <a16:creationId xmlns:a16="http://schemas.microsoft.com/office/drawing/2014/main" id="{E04AA546-0A44-BA56-D0ED-F9BE6BCE56D6}"/>
              </a:ext>
            </a:extLst>
          </p:cNvPr>
          <p:cNvPicPr>
            <a:picLocks noChangeAspect="1"/>
          </p:cNvPicPr>
          <p:nvPr/>
        </p:nvPicPr>
        <p:blipFill>
          <a:blip r:embed="rId2"/>
          <a:stretch>
            <a:fillRect/>
          </a:stretch>
        </p:blipFill>
        <p:spPr>
          <a:xfrm>
            <a:off x="-1" y="897997"/>
            <a:ext cx="5466957" cy="3152709"/>
          </a:xfrm>
          <a:prstGeom prst="rect">
            <a:avLst/>
          </a:prstGeom>
        </p:spPr>
      </p:pic>
      <p:pic>
        <p:nvPicPr>
          <p:cNvPr id="8" name="Hình ảnh 7">
            <a:extLst>
              <a:ext uri="{FF2B5EF4-FFF2-40B4-BE49-F238E27FC236}">
                <a16:creationId xmlns:a16="http://schemas.microsoft.com/office/drawing/2014/main" id="{E37CE5DA-5B32-B29C-B1F2-9BFBF2AC59AF}"/>
              </a:ext>
            </a:extLst>
          </p:cNvPr>
          <p:cNvPicPr>
            <a:picLocks noChangeAspect="1"/>
          </p:cNvPicPr>
          <p:nvPr/>
        </p:nvPicPr>
        <p:blipFill>
          <a:blip r:embed="rId3"/>
          <a:stretch>
            <a:fillRect/>
          </a:stretch>
        </p:blipFill>
        <p:spPr>
          <a:xfrm>
            <a:off x="0" y="3948155"/>
            <a:ext cx="3309799" cy="2230453"/>
          </a:xfrm>
          <a:prstGeom prst="rect">
            <a:avLst/>
          </a:prstGeom>
        </p:spPr>
      </p:pic>
      <p:pic>
        <p:nvPicPr>
          <p:cNvPr id="11" name="Hình ảnh 10">
            <a:extLst>
              <a:ext uri="{FF2B5EF4-FFF2-40B4-BE49-F238E27FC236}">
                <a16:creationId xmlns:a16="http://schemas.microsoft.com/office/drawing/2014/main" id="{F3491793-0554-5C3D-29F7-894A7D8E7717}"/>
              </a:ext>
            </a:extLst>
          </p:cNvPr>
          <p:cNvPicPr>
            <a:picLocks noChangeAspect="1"/>
          </p:cNvPicPr>
          <p:nvPr/>
        </p:nvPicPr>
        <p:blipFill>
          <a:blip r:embed="rId4"/>
          <a:stretch>
            <a:fillRect/>
          </a:stretch>
        </p:blipFill>
        <p:spPr>
          <a:xfrm>
            <a:off x="5494946" y="897998"/>
            <a:ext cx="3564929" cy="2399100"/>
          </a:xfrm>
          <a:prstGeom prst="rect">
            <a:avLst/>
          </a:prstGeom>
        </p:spPr>
      </p:pic>
      <p:sp>
        <p:nvSpPr>
          <p:cNvPr id="12" name="Hộp Văn bản 11">
            <a:extLst>
              <a:ext uri="{FF2B5EF4-FFF2-40B4-BE49-F238E27FC236}">
                <a16:creationId xmlns:a16="http://schemas.microsoft.com/office/drawing/2014/main" id="{24C6107B-C62F-8AE2-C5D1-70C313ED5552}"/>
              </a:ext>
            </a:extLst>
          </p:cNvPr>
          <p:cNvSpPr txBox="1"/>
          <p:nvPr/>
        </p:nvSpPr>
        <p:spPr>
          <a:xfrm>
            <a:off x="3501463" y="4210892"/>
            <a:ext cx="5197176" cy="1477328"/>
          </a:xfrm>
          <a:prstGeom prst="rect">
            <a:avLst/>
          </a:prstGeom>
          <a:noFill/>
        </p:spPr>
        <p:txBody>
          <a:bodyPr wrap="square" rtlCol="0">
            <a:spAutoFit/>
          </a:bodyPr>
          <a:lstStyle/>
          <a:p>
            <a:r>
              <a:rPr lang="en-US" dirty="0" err="1"/>
              <a:t>Đây</a:t>
            </a:r>
            <a:r>
              <a:rPr lang="en-US" dirty="0"/>
              <a:t> </a:t>
            </a:r>
            <a:r>
              <a:rPr lang="en-US" dirty="0" err="1"/>
              <a:t>là</a:t>
            </a:r>
            <a:r>
              <a:rPr lang="en-US" dirty="0"/>
              <a:t> </a:t>
            </a:r>
            <a:r>
              <a:rPr lang="en-US" dirty="0" err="1"/>
              <a:t>phần</a:t>
            </a:r>
            <a:r>
              <a:rPr lang="en-US" dirty="0"/>
              <a:t> </a:t>
            </a:r>
            <a:r>
              <a:rPr lang="en-US" dirty="0" err="1"/>
              <a:t>giao</a:t>
            </a:r>
            <a:r>
              <a:rPr lang="en-US" dirty="0"/>
              <a:t> </a:t>
            </a:r>
            <a:r>
              <a:rPr lang="en-US" dirty="0" err="1"/>
              <a:t>diện</a:t>
            </a:r>
            <a:r>
              <a:rPr lang="en-US" dirty="0"/>
              <a:t> </a:t>
            </a:r>
            <a:r>
              <a:rPr lang="en-US" dirty="0" err="1"/>
              <a:t>khi</a:t>
            </a:r>
            <a:r>
              <a:rPr lang="en-US" dirty="0"/>
              <a:t> </a:t>
            </a:r>
            <a:r>
              <a:rPr lang="en-US" dirty="0" err="1"/>
              <a:t>mà</a:t>
            </a:r>
            <a:r>
              <a:rPr lang="en-US" dirty="0"/>
              <a:t> </a:t>
            </a:r>
            <a:r>
              <a:rPr lang="en-US" dirty="0" err="1"/>
              <a:t>đăng</a:t>
            </a:r>
            <a:r>
              <a:rPr lang="en-US" dirty="0"/>
              <a:t> </a:t>
            </a:r>
            <a:r>
              <a:rPr lang="en-US" dirty="0" err="1"/>
              <a:t>nhập</a:t>
            </a:r>
            <a:r>
              <a:rPr lang="en-US" dirty="0"/>
              <a:t> </a:t>
            </a:r>
            <a:r>
              <a:rPr lang="en-US" dirty="0" err="1"/>
              <a:t>vào</a:t>
            </a:r>
            <a:r>
              <a:rPr lang="en-US" dirty="0"/>
              <a:t> </a:t>
            </a:r>
            <a:r>
              <a:rPr lang="en-US" dirty="0" err="1"/>
              <a:t>tài</a:t>
            </a:r>
            <a:r>
              <a:rPr lang="en-US" dirty="0"/>
              <a:t> </a:t>
            </a:r>
            <a:r>
              <a:rPr lang="en-US" dirty="0" err="1"/>
              <a:t>khoản</a:t>
            </a:r>
            <a:r>
              <a:rPr lang="en-US" dirty="0"/>
              <a:t> ADMIN.</a:t>
            </a:r>
          </a:p>
          <a:p>
            <a:r>
              <a:rPr lang="en-US" dirty="0" err="1"/>
              <a:t>Sẽ</a:t>
            </a:r>
            <a:r>
              <a:rPr lang="en-US" dirty="0"/>
              <a:t> </a:t>
            </a:r>
            <a:r>
              <a:rPr lang="en-US" dirty="0" err="1"/>
              <a:t>có</a:t>
            </a:r>
            <a:r>
              <a:rPr lang="en-US" dirty="0"/>
              <a:t> </a:t>
            </a:r>
            <a:r>
              <a:rPr lang="en-US" dirty="0" err="1"/>
              <a:t>báo</a:t>
            </a:r>
            <a:r>
              <a:rPr lang="en-US" dirty="0"/>
              <a:t> </a:t>
            </a:r>
            <a:r>
              <a:rPr lang="en-US" dirty="0" err="1"/>
              <a:t>cáo</a:t>
            </a:r>
            <a:r>
              <a:rPr lang="en-US" dirty="0"/>
              <a:t> </a:t>
            </a:r>
            <a:r>
              <a:rPr lang="en-US" dirty="0" err="1"/>
              <a:t>về</a:t>
            </a:r>
            <a:r>
              <a:rPr lang="en-US" dirty="0"/>
              <a:t> </a:t>
            </a:r>
            <a:r>
              <a:rPr lang="en-US" dirty="0" err="1"/>
              <a:t>tổng</a:t>
            </a:r>
            <a:r>
              <a:rPr lang="en-US" dirty="0"/>
              <a:t> </a:t>
            </a:r>
            <a:r>
              <a:rPr lang="en-US" dirty="0" err="1"/>
              <a:t>số</a:t>
            </a:r>
            <a:r>
              <a:rPr lang="en-US" dirty="0"/>
              <a:t> </a:t>
            </a:r>
            <a:r>
              <a:rPr lang="en-US" dirty="0" err="1"/>
              <a:t>văn</a:t>
            </a:r>
            <a:r>
              <a:rPr lang="en-US" dirty="0"/>
              <a:t> </a:t>
            </a:r>
            <a:r>
              <a:rPr lang="en-US" dirty="0" err="1"/>
              <a:t>bản</a:t>
            </a:r>
            <a:r>
              <a:rPr lang="en-US" dirty="0"/>
              <a:t>, </a:t>
            </a:r>
            <a:r>
              <a:rPr lang="en-US" dirty="0" err="1"/>
              <a:t>người</a:t>
            </a:r>
            <a:r>
              <a:rPr lang="en-US" dirty="0"/>
              <a:t> </a:t>
            </a:r>
            <a:r>
              <a:rPr lang="en-US" dirty="0" err="1"/>
              <a:t>dùng</a:t>
            </a:r>
            <a:r>
              <a:rPr lang="en-US" dirty="0"/>
              <a:t>, …</a:t>
            </a:r>
          </a:p>
          <a:p>
            <a:r>
              <a:rPr lang="en-US" dirty="0" err="1"/>
              <a:t>Và</a:t>
            </a:r>
            <a:r>
              <a:rPr lang="en-US" dirty="0"/>
              <a:t> </a:t>
            </a:r>
            <a:r>
              <a:rPr lang="en-US" dirty="0" err="1"/>
              <a:t>việc</a:t>
            </a:r>
            <a:r>
              <a:rPr lang="en-US" dirty="0"/>
              <a:t> </a:t>
            </a:r>
            <a:r>
              <a:rPr lang="en-US" dirty="0" err="1"/>
              <a:t>quyết</a:t>
            </a:r>
            <a:r>
              <a:rPr lang="en-US" dirty="0"/>
              <a:t> </a:t>
            </a:r>
            <a:r>
              <a:rPr lang="en-US" dirty="0" err="1"/>
              <a:t>định</a:t>
            </a:r>
            <a:r>
              <a:rPr lang="en-US" dirty="0"/>
              <a:t> </a:t>
            </a:r>
            <a:r>
              <a:rPr lang="en-US" dirty="0" err="1"/>
              <a:t>xét</a:t>
            </a:r>
            <a:r>
              <a:rPr lang="en-US" dirty="0"/>
              <a:t> </a:t>
            </a:r>
            <a:r>
              <a:rPr lang="en-US" dirty="0" err="1"/>
              <a:t>duyệt</a:t>
            </a:r>
            <a:r>
              <a:rPr lang="en-US" dirty="0"/>
              <a:t> </a:t>
            </a:r>
            <a:r>
              <a:rPr lang="en-US" dirty="0" err="1"/>
              <a:t>người</a:t>
            </a:r>
            <a:r>
              <a:rPr lang="en-US" dirty="0"/>
              <a:t> </a:t>
            </a:r>
            <a:r>
              <a:rPr lang="en-US" dirty="0" err="1"/>
              <a:t>dùng</a:t>
            </a:r>
            <a:r>
              <a:rPr lang="en-US" dirty="0"/>
              <a:t> </a:t>
            </a:r>
            <a:r>
              <a:rPr lang="en-US" dirty="0" err="1"/>
              <a:t>sẽ</a:t>
            </a:r>
            <a:r>
              <a:rPr lang="en-US" dirty="0"/>
              <a:t> </a:t>
            </a:r>
            <a:r>
              <a:rPr lang="en-US" dirty="0" err="1"/>
              <a:t>được</a:t>
            </a:r>
            <a:r>
              <a:rPr lang="en-US" dirty="0"/>
              <a:t> </a:t>
            </a:r>
            <a:r>
              <a:rPr lang="en-US" dirty="0" err="1"/>
              <a:t>quyết</a:t>
            </a:r>
            <a:r>
              <a:rPr lang="en-US" dirty="0"/>
              <a:t> </a:t>
            </a:r>
            <a:r>
              <a:rPr lang="en-US" dirty="0" err="1"/>
              <a:t>định</a:t>
            </a:r>
            <a:r>
              <a:rPr lang="en-US" dirty="0"/>
              <a:t> ở </a:t>
            </a:r>
            <a:r>
              <a:rPr lang="en-US" dirty="0" err="1"/>
              <a:t>đây</a:t>
            </a:r>
            <a:endParaRPr lang="en-US" dirty="0"/>
          </a:p>
        </p:txBody>
      </p:sp>
    </p:spTree>
    <p:extLst>
      <p:ext uri="{BB962C8B-B14F-4D97-AF65-F5344CB8AC3E}">
        <p14:creationId xmlns:p14="http://schemas.microsoft.com/office/powerpoint/2010/main" val="1150530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7E385-3F06-5F1D-3C24-4212B25222A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7E919E-09A3-8539-CAB5-2432491E446F}"/>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5" name="Tiêu đề 4">
            <a:extLst>
              <a:ext uri="{FF2B5EF4-FFF2-40B4-BE49-F238E27FC236}">
                <a16:creationId xmlns:a16="http://schemas.microsoft.com/office/drawing/2014/main" id="{617CF6D8-2A00-6C38-CF05-50674E40C510}"/>
              </a:ext>
            </a:extLst>
          </p:cNvPr>
          <p:cNvSpPr>
            <a:spLocks noGrp="1"/>
          </p:cNvSpPr>
          <p:nvPr>
            <p:ph type="title"/>
          </p:nvPr>
        </p:nvSpPr>
        <p:spPr/>
        <p:txBody>
          <a:bodyPr/>
          <a:lstStyle/>
          <a:p>
            <a:r>
              <a:rPr lang="en-US" dirty="0" err="1"/>
              <a:t>Chức</a:t>
            </a:r>
            <a:r>
              <a:rPr lang="en-US" dirty="0"/>
              <a:t> </a:t>
            </a:r>
            <a:r>
              <a:rPr lang="en-US" dirty="0" err="1"/>
              <a:t>năng</a:t>
            </a:r>
            <a:r>
              <a:rPr lang="en-US" dirty="0"/>
              <a:t> </a:t>
            </a:r>
            <a:r>
              <a:rPr lang="en-US" dirty="0" err="1"/>
              <a:t>đăng</a:t>
            </a:r>
            <a:r>
              <a:rPr lang="en-US" dirty="0"/>
              <a:t> </a:t>
            </a:r>
            <a:r>
              <a:rPr lang="en-US" dirty="0" err="1"/>
              <a:t>kí</a:t>
            </a:r>
            <a:r>
              <a:rPr lang="en-US" dirty="0"/>
              <a:t> Email </a:t>
            </a:r>
          </a:p>
        </p:txBody>
      </p:sp>
      <p:pic>
        <p:nvPicPr>
          <p:cNvPr id="6" name="Hình ảnh 5">
            <a:extLst>
              <a:ext uri="{FF2B5EF4-FFF2-40B4-BE49-F238E27FC236}">
                <a16:creationId xmlns:a16="http://schemas.microsoft.com/office/drawing/2014/main" id="{317F75EE-F19E-AE0A-EFB9-29AA7B8783A3}"/>
              </a:ext>
            </a:extLst>
          </p:cNvPr>
          <p:cNvPicPr>
            <a:picLocks noChangeAspect="1"/>
          </p:cNvPicPr>
          <p:nvPr/>
        </p:nvPicPr>
        <p:blipFill>
          <a:blip r:embed="rId2"/>
          <a:stretch>
            <a:fillRect/>
          </a:stretch>
        </p:blipFill>
        <p:spPr>
          <a:xfrm>
            <a:off x="0" y="4732526"/>
            <a:ext cx="1695687" cy="1114581"/>
          </a:xfrm>
          <a:prstGeom prst="rect">
            <a:avLst/>
          </a:prstGeom>
        </p:spPr>
      </p:pic>
      <p:pic>
        <p:nvPicPr>
          <p:cNvPr id="9" name="Hình ảnh 8">
            <a:extLst>
              <a:ext uri="{FF2B5EF4-FFF2-40B4-BE49-F238E27FC236}">
                <a16:creationId xmlns:a16="http://schemas.microsoft.com/office/drawing/2014/main" id="{0345B51E-FA37-4587-660D-7014689726D9}"/>
              </a:ext>
            </a:extLst>
          </p:cNvPr>
          <p:cNvPicPr>
            <a:picLocks noChangeAspect="1"/>
          </p:cNvPicPr>
          <p:nvPr/>
        </p:nvPicPr>
        <p:blipFill>
          <a:blip r:embed="rId3"/>
          <a:stretch>
            <a:fillRect/>
          </a:stretch>
        </p:blipFill>
        <p:spPr>
          <a:xfrm>
            <a:off x="5000781" y="828773"/>
            <a:ext cx="3924002" cy="3295602"/>
          </a:xfrm>
          <a:prstGeom prst="rect">
            <a:avLst/>
          </a:prstGeom>
        </p:spPr>
      </p:pic>
      <p:pic>
        <p:nvPicPr>
          <p:cNvPr id="13" name="Hình ảnh 12">
            <a:extLst>
              <a:ext uri="{FF2B5EF4-FFF2-40B4-BE49-F238E27FC236}">
                <a16:creationId xmlns:a16="http://schemas.microsoft.com/office/drawing/2014/main" id="{B7D30715-2F8C-0405-1EA7-095C125AAFCF}"/>
              </a:ext>
            </a:extLst>
          </p:cNvPr>
          <p:cNvPicPr>
            <a:picLocks noChangeAspect="1"/>
          </p:cNvPicPr>
          <p:nvPr/>
        </p:nvPicPr>
        <p:blipFill>
          <a:blip r:embed="rId4"/>
          <a:stretch>
            <a:fillRect/>
          </a:stretch>
        </p:blipFill>
        <p:spPr>
          <a:xfrm>
            <a:off x="0" y="828773"/>
            <a:ext cx="4837107" cy="3801203"/>
          </a:xfrm>
          <a:prstGeom prst="rect">
            <a:avLst/>
          </a:prstGeom>
        </p:spPr>
      </p:pic>
      <p:sp>
        <p:nvSpPr>
          <p:cNvPr id="14" name="Hộp Văn bản 13">
            <a:extLst>
              <a:ext uri="{FF2B5EF4-FFF2-40B4-BE49-F238E27FC236}">
                <a16:creationId xmlns:a16="http://schemas.microsoft.com/office/drawing/2014/main" id="{7928AFE0-00F9-AF70-36E6-8164E77194E6}"/>
              </a:ext>
            </a:extLst>
          </p:cNvPr>
          <p:cNvSpPr txBox="1"/>
          <p:nvPr/>
        </p:nvSpPr>
        <p:spPr>
          <a:xfrm>
            <a:off x="5000781" y="4280520"/>
            <a:ext cx="3835570" cy="923330"/>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a:t>
            </a:r>
            <a:r>
              <a:rPr lang="en-US" dirty="0">
                <a:latin typeface="Times New Roman" panose="02020603050405020304" pitchFamily="18" charset="0"/>
                <a:cs typeface="Times New Roman" panose="02020603050405020304" pitchFamily="18" charset="0"/>
              </a:rPr>
              <a:t> Email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phút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đặt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sẵn</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29662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B099B-15E6-753A-AA6C-7B939496EDF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B4D590-2F67-E98E-3114-0A732DC76CD6}"/>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5" name="Tiêu đề 4">
            <a:extLst>
              <a:ext uri="{FF2B5EF4-FFF2-40B4-BE49-F238E27FC236}">
                <a16:creationId xmlns:a16="http://schemas.microsoft.com/office/drawing/2014/main" id="{06DD3D27-24C0-2A0A-4382-9CA02AE28DF5}"/>
              </a:ext>
            </a:extLst>
          </p:cNvPr>
          <p:cNvSpPr>
            <a:spLocks noGrp="1"/>
          </p:cNvSpPr>
          <p:nvPr>
            <p:ph type="title"/>
          </p:nvPr>
        </p:nvSpPr>
        <p:spPr/>
        <p:txBody>
          <a:bodyPr/>
          <a:lstStyle/>
          <a:p>
            <a:r>
              <a:rPr lang="en-US" dirty="0" err="1"/>
              <a:t>Đăng</a:t>
            </a:r>
            <a:r>
              <a:rPr lang="en-US" dirty="0"/>
              <a:t> </a:t>
            </a:r>
            <a:r>
              <a:rPr lang="en-US" dirty="0" err="1"/>
              <a:t>nhập</a:t>
            </a:r>
            <a:r>
              <a:rPr lang="en-US" dirty="0"/>
              <a:t> </a:t>
            </a:r>
            <a:r>
              <a:rPr lang="en-US" dirty="0" err="1"/>
              <a:t>với</a:t>
            </a:r>
            <a:r>
              <a:rPr lang="en-US" dirty="0"/>
              <a:t> </a:t>
            </a:r>
            <a:r>
              <a:rPr lang="en-US" dirty="0" err="1"/>
              <a:t>vai</a:t>
            </a:r>
            <a:r>
              <a:rPr lang="en-US" dirty="0"/>
              <a:t> </a:t>
            </a:r>
            <a:r>
              <a:rPr lang="en-US" dirty="0" err="1"/>
              <a:t>trò</a:t>
            </a:r>
            <a:r>
              <a:rPr lang="en-US" dirty="0"/>
              <a:t> Văn Thư</a:t>
            </a:r>
          </a:p>
        </p:txBody>
      </p:sp>
      <p:pic>
        <p:nvPicPr>
          <p:cNvPr id="6" name="Hình ảnh 5">
            <a:extLst>
              <a:ext uri="{FF2B5EF4-FFF2-40B4-BE49-F238E27FC236}">
                <a16:creationId xmlns:a16="http://schemas.microsoft.com/office/drawing/2014/main" id="{4593D508-379B-DCE6-D779-8767C1647F5E}"/>
              </a:ext>
            </a:extLst>
          </p:cNvPr>
          <p:cNvPicPr>
            <a:picLocks noChangeAspect="1"/>
          </p:cNvPicPr>
          <p:nvPr/>
        </p:nvPicPr>
        <p:blipFill>
          <a:blip r:embed="rId2"/>
          <a:stretch>
            <a:fillRect/>
          </a:stretch>
        </p:blipFill>
        <p:spPr>
          <a:xfrm>
            <a:off x="0" y="856250"/>
            <a:ext cx="4790809" cy="2572750"/>
          </a:xfrm>
          <a:prstGeom prst="rect">
            <a:avLst/>
          </a:prstGeom>
        </p:spPr>
      </p:pic>
      <p:pic>
        <p:nvPicPr>
          <p:cNvPr id="9" name="Hình ảnh 8">
            <a:extLst>
              <a:ext uri="{FF2B5EF4-FFF2-40B4-BE49-F238E27FC236}">
                <a16:creationId xmlns:a16="http://schemas.microsoft.com/office/drawing/2014/main" id="{982E3BBA-D4AF-0901-8BB4-87A166BDAF91}"/>
              </a:ext>
            </a:extLst>
          </p:cNvPr>
          <p:cNvPicPr>
            <a:picLocks noChangeAspect="1"/>
          </p:cNvPicPr>
          <p:nvPr/>
        </p:nvPicPr>
        <p:blipFill>
          <a:blip r:embed="rId3"/>
          <a:stretch>
            <a:fillRect/>
          </a:stretch>
        </p:blipFill>
        <p:spPr>
          <a:xfrm>
            <a:off x="-1" y="3608898"/>
            <a:ext cx="4790809" cy="291999"/>
          </a:xfrm>
          <a:prstGeom prst="rect">
            <a:avLst/>
          </a:prstGeom>
        </p:spPr>
      </p:pic>
      <p:pic>
        <p:nvPicPr>
          <p:cNvPr id="13" name="Hình ảnh 12">
            <a:extLst>
              <a:ext uri="{FF2B5EF4-FFF2-40B4-BE49-F238E27FC236}">
                <a16:creationId xmlns:a16="http://schemas.microsoft.com/office/drawing/2014/main" id="{0812FE2E-3406-7BCA-3587-D0AA25570A7C}"/>
              </a:ext>
            </a:extLst>
          </p:cNvPr>
          <p:cNvPicPr>
            <a:picLocks noChangeAspect="1"/>
          </p:cNvPicPr>
          <p:nvPr/>
        </p:nvPicPr>
        <p:blipFill>
          <a:blip r:embed="rId4"/>
          <a:stretch>
            <a:fillRect/>
          </a:stretch>
        </p:blipFill>
        <p:spPr>
          <a:xfrm>
            <a:off x="0" y="4080795"/>
            <a:ext cx="4802517" cy="2029448"/>
          </a:xfrm>
          <a:prstGeom prst="rect">
            <a:avLst/>
          </a:prstGeom>
        </p:spPr>
      </p:pic>
      <p:sp>
        <p:nvSpPr>
          <p:cNvPr id="14" name="Hộp Văn bản 13">
            <a:extLst>
              <a:ext uri="{FF2B5EF4-FFF2-40B4-BE49-F238E27FC236}">
                <a16:creationId xmlns:a16="http://schemas.microsoft.com/office/drawing/2014/main" id="{B7BFD8FC-FA44-A676-4F86-489B435CE5D1}"/>
              </a:ext>
            </a:extLst>
          </p:cNvPr>
          <p:cNvSpPr txBox="1"/>
          <p:nvPr/>
        </p:nvSpPr>
        <p:spPr>
          <a:xfrm>
            <a:off x="5127476" y="856250"/>
            <a:ext cx="4016523" cy="3693319"/>
          </a:xfrm>
          <a:prstGeom prst="rect">
            <a:avLst/>
          </a:prstGeom>
          <a:noFill/>
        </p:spPr>
        <p:txBody>
          <a:bodyPr wrap="square" rtlCol="0">
            <a:spAutoFit/>
          </a:bodyPr>
          <a:lstStyle/>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thêm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upload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Email</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Sau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giấy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tờ</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lịch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Các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thêm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tìm</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đều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48936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93B60-1139-4B02-C479-EC404B6585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60C5F0-8BA6-D640-1A20-50E38D4168CE}"/>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5" name="Tiêu đề 4">
            <a:extLst>
              <a:ext uri="{FF2B5EF4-FFF2-40B4-BE49-F238E27FC236}">
                <a16:creationId xmlns:a16="http://schemas.microsoft.com/office/drawing/2014/main" id="{A60D5D96-8935-CEF3-4A0F-FF3C0C7FC912}"/>
              </a:ext>
            </a:extLst>
          </p:cNvPr>
          <p:cNvSpPr>
            <a:spLocks noGrp="1"/>
          </p:cNvSpPr>
          <p:nvPr>
            <p:ph type="title"/>
          </p:nvPr>
        </p:nvSpPr>
        <p:spPr/>
        <p:txBody>
          <a:bodyPr/>
          <a:lstStyle/>
          <a:p>
            <a:r>
              <a:rPr lang="en-US" dirty="0" err="1"/>
              <a:t>Đăng</a:t>
            </a:r>
            <a:r>
              <a:rPr lang="en-US" dirty="0"/>
              <a:t> </a:t>
            </a:r>
            <a:r>
              <a:rPr lang="en-US" dirty="0" err="1"/>
              <a:t>nhập</a:t>
            </a:r>
            <a:r>
              <a:rPr lang="en-US" dirty="0"/>
              <a:t> </a:t>
            </a:r>
            <a:r>
              <a:rPr lang="en-US" dirty="0" err="1"/>
              <a:t>với</a:t>
            </a:r>
            <a:r>
              <a:rPr lang="en-US" dirty="0"/>
              <a:t> </a:t>
            </a:r>
            <a:r>
              <a:rPr lang="en-US" dirty="0" err="1"/>
              <a:t>vai</a:t>
            </a:r>
            <a:r>
              <a:rPr lang="en-US" dirty="0"/>
              <a:t> </a:t>
            </a:r>
            <a:r>
              <a:rPr lang="en-US" dirty="0" err="1"/>
              <a:t>trò</a:t>
            </a:r>
            <a:r>
              <a:rPr lang="en-US" dirty="0"/>
              <a:t> </a:t>
            </a:r>
            <a:r>
              <a:rPr lang="en-US" dirty="0" err="1"/>
              <a:t>lãnh</a:t>
            </a:r>
            <a:r>
              <a:rPr lang="en-US" dirty="0"/>
              <a:t> </a:t>
            </a:r>
            <a:r>
              <a:rPr lang="en-US" dirty="0" err="1"/>
              <a:t>đạo</a:t>
            </a:r>
            <a:endParaRPr lang="en-US" dirty="0"/>
          </a:p>
        </p:txBody>
      </p:sp>
      <p:pic>
        <p:nvPicPr>
          <p:cNvPr id="4" name="Hình ảnh 3">
            <a:extLst>
              <a:ext uri="{FF2B5EF4-FFF2-40B4-BE49-F238E27FC236}">
                <a16:creationId xmlns:a16="http://schemas.microsoft.com/office/drawing/2014/main" id="{6762EF80-3E7C-E73B-3F02-98D262DC20DB}"/>
              </a:ext>
            </a:extLst>
          </p:cNvPr>
          <p:cNvPicPr>
            <a:picLocks noChangeAspect="1"/>
          </p:cNvPicPr>
          <p:nvPr/>
        </p:nvPicPr>
        <p:blipFill>
          <a:blip r:embed="rId2"/>
          <a:stretch>
            <a:fillRect/>
          </a:stretch>
        </p:blipFill>
        <p:spPr>
          <a:xfrm>
            <a:off x="96532" y="869372"/>
            <a:ext cx="4572000" cy="2476500"/>
          </a:xfrm>
          <a:prstGeom prst="rect">
            <a:avLst/>
          </a:prstGeom>
        </p:spPr>
      </p:pic>
      <p:pic>
        <p:nvPicPr>
          <p:cNvPr id="7" name="Hình ảnh 6">
            <a:extLst>
              <a:ext uri="{FF2B5EF4-FFF2-40B4-BE49-F238E27FC236}">
                <a16:creationId xmlns:a16="http://schemas.microsoft.com/office/drawing/2014/main" id="{7CE37EED-C7C5-AD99-D436-069757196C2D}"/>
              </a:ext>
            </a:extLst>
          </p:cNvPr>
          <p:cNvPicPr>
            <a:picLocks noChangeAspect="1"/>
          </p:cNvPicPr>
          <p:nvPr/>
        </p:nvPicPr>
        <p:blipFill>
          <a:blip r:embed="rId3"/>
          <a:stretch>
            <a:fillRect/>
          </a:stretch>
        </p:blipFill>
        <p:spPr>
          <a:xfrm>
            <a:off x="4970048" y="869372"/>
            <a:ext cx="3903485" cy="3330619"/>
          </a:xfrm>
          <a:prstGeom prst="rect">
            <a:avLst/>
          </a:prstGeom>
        </p:spPr>
      </p:pic>
      <p:sp>
        <p:nvSpPr>
          <p:cNvPr id="8" name="Hộp Văn bản 7">
            <a:extLst>
              <a:ext uri="{FF2B5EF4-FFF2-40B4-BE49-F238E27FC236}">
                <a16:creationId xmlns:a16="http://schemas.microsoft.com/office/drawing/2014/main" id="{B3944981-A0C7-D182-A0DC-CDE0C33B9E71}"/>
              </a:ext>
            </a:extLst>
          </p:cNvPr>
          <p:cNvSpPr txBox="1"/>
          <p:nvPr/>
        </p:nvSpPr>
        <p:spPr>
          <a:xfrm>
            <a:off x="96532" y="3738326"/>
            <a:ext cx="4502277"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Sau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Văn Thư </a:t>
            </a:r>
            <a:r>
              <a:rPr lang="en-US" dirty="0" err="1">
                <a:latin typeface="Times New Roman" panose="02020603050405020304" pitchFamily="18" charset="0"/>
                <a:cs typeface="Times New Roman" panose="02020603050405020304" pitchFamily="18" charset="0"/>
              </a:rPr>
              <a:t>đưa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ai</a:t>
            </a:r>
          </a:p>
        </p:txBody>
      </p:sp>
    </p:spTree>
    <p:extLst>
      <p:ext uri="{BB962C8B-B14F-4D97-AF65-F5344CB8AC3E}">
        <p14:creationId xmlns:p14="http://schemas.microsoft.com/office/powerpoint/2010/main" val="114131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B5B5E-108F-3BF7-2C88-C1D8208F4C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CB234-A406-82D0-6E15-FBB0C0352F83}"/>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5" name="Tiêu đề 4">
            <a:extLst>
              <a:ext uri="{FF2B5EF4-FFF2-40B4-BE49-F238E27FC236}">
                <a16:creationId xmlns:a16="http://schemas.microsoft.com/office/drawing/2014/main" id="{F8DC5AD5-7272-27F8-6D06-09E9366278FF}"/>
              </a:ext>
            </a:extLst>
          </p:cNvPr>
          <p:cNvSpPr>
            <a:spLocks noGrp="1"/>
          </p:cNvSpPr>
          <p:nvPr>
            <p:ph type="title"/>
          </p:nvPr>
        </p:nvSpPr>
        <p:spPr/>
        <p:txBody>
          <a:bodyPr/>
          <a:lstStyle/>
          <a:p>
            <a:r>
              <a:rPr lang="en-US" dirty="0" err="1"/>
              <a:t>Đăng</a:t>
            </a:r>
            <a:r>
              <a:rPr lang="en-US" dirty="0"/>
              <a:t> </a:t>
            </a:r>
            <a:r>
              <a:rPr lang="en-US" dirty="0" err="1"/>
              <a:t>nhập</a:t>
            </a:r>
            <a:r>
              <a:rPr lang="en-US" dirty="0"/>
              <a:t> </a:t>
            </a:r>
            <a:r>
              <a:rPr lang="en-US" dirty="0" err="1"/>
              <a:t>với</a:t>
            </a:r>
            <a:r>
              <a:rPr lang="en-US" dirty="0"/>
              <a:t> </a:t>
            </a:r>
            <a:r>
              <a:rPr lang="en-US" dirty="0" err="1"/>
              <a:t>vai</a:t>
            </a:r>
            <a:r>
              <a:rPr lang="en-US" dirty="0"/>
              <a:t> </a:t>
            </a:r>
            <a:r>
              <a:rPr lang="en-US" dirty="0" err="1"/>
              <a:t>trò</a:t>
            </a:r>
            <a:r>
              <a:rPr lang="en-US" dirty="0"/>
              <a:t> </a:t>
            </a:r>
            <a:r>
              <a:rPr lang="en-US" dirty="0" err="1"/>
              <a:t>cán</a:t>
            </a:r>
            <a:r>
              <a:rPr lang="en-US" dirty="0"/>
              <a:t> </a:t>
            </a:r>
            <a:r>
              <a:rPr lang="en-US" dirty="0" err="1"/>
              <a:t>bộ</a:t>
            </a:r>
            <a:endParaRPr lang="en-US" dirty="0"/>
          </a:p>
        </p:txBody>
      </p:sp>
      <p:pic>
        <p:nvPicPr>
          <p:cNvPr id="4" name="Hình ảnh 3">
            <a:extLst>
              <a:ext uri="{FF2B5EF4-FFF2-40B4-BE49-F238E27FC236}">
                <a16:creationId xmlns:a16="http://schemas.microsoft.com/office/drawing/2014/main" id="{6D988225-6819-E7F0-971A-7DAFC4B4A5AD}"/>
              </a:ext>
            </a:extLst>
          </p:cNvPr>
          <p:cNvPicPr>
            <a:picLocks noChangeAspect="1"/>
          </p:cNvPicPr>
          <p:nvPr/>
        </p:nvPicPr>
        <p:blipFill>
          <a:blip r:embed="rId2"/>
          <a:stretch>
            <a:fillRect/>
          </a:stretch>
        </p:blipFill>
        <p:spPr>
          <a:xfrm>
            <a:off x="235077" y="832427"/>
            <a:ext cx="4793673" cy="2596573"/>
          </a:xfrm>
          <a:prstGeom prst="rect">
            <a:avLst/>
          </a:prstGeom>
        </p:spPr>
      </p:pic>
      <p:pic>
        <p:nvPicPr>
          <p:cNvPr id="8" name="Hình ảnh 7">
            <a:extLst>
              <a:ext uri="{FF2B5EF4-FFF2-40B4-BE49-F238E27FC236}">
                <a16:creationId xmlns:a16="http://schemas.microsoft.com/office/drawing/2014/main" id="{13C4B2A1-C440-9FC4-087C-85165C1BE358}"/>
              </a:ext>
            </a:extLst>
          </p:cNvPr>
          <p:cNvPicPr>
            <a:picLocks noChangeAspect="1"/>
          </p:cNvPicPr>
          <p:nvPr/>
        </p:nvPicPr>
        <p:blipFill>
          <a:blip r:embed="rId3"/>
          <a:stretch>
            <a:fillRect/>
          </a:stretch>
        </p:blipFill>
        <p:spPr>
          <a:xfrm>
            <a:off x="5142911" y="832427"/>
            <a:ext cx="3895017" cy="3305464"/>
          </a:xfrm>
          <a:prstGeom prst="rect">
            <a:avLst/>
          </a:prstGeom>
        </p:spPr>
      </p:pic>
      <p:sp>
        <p:nvSpPr>
          <p:cNvPr id="10" name="Hộp Văn bản 9">
            <a:extLst>
              <a:ext uri="{FF2B5EF4-FFF2-40B4-BE49-F238E27FC236}">
                <a16:creationId xmlns:a16="http://schemas.microsoft.com/office/drawing/2014/main" id="{B4AFE55B-6CAC-3F8F-AF64-906F139C26B9}"/>
              </a:ext>
            </a:extLst>
          </p:cNvPr>
          <p:cNvSpPr txBox="1"/>
          <p:nvPr/>
        </p:nvSpPr>
        <p:spPr>
          <a:xfrm>
            <a:off x="235077" y="3731075"/>
            <a:ext cx="4793672"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Sau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timeline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dõi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0924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382</TotalTime>
  <Words>843</Words>
  <Application>Microsoft Office PowerPoint</Application>
  <PresentationFormat>On-screen Show (4:3)</PresentationFormat>
  <Paragraphs>82</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Lato</vt:lpstr>
      <vt:lpstr>Times New Roman</vt:lpstr>
      <vt:lpstr>Office Theme</vt:lpstr>
      <vt:lpstr>PowerPoint Presentation</vt:lpstr>
      <vt:lpstr>PowerPoint Presentation</vt:lpstr>
      <vt:lpstr>MỤC LỤC</vt:lpstr>
      <vt:lpstr>PowerPoint Presentation</vt:lpstr>
      <vt:lpstr>Đặt vấn đề và giải pháp</vt:lpstr>
      <vt:lpstr>PowerPoint Presentation</vt:lpstr>
      <vt:lpstr>Thiết kế hệ thống và quy trình xử lý văn bản đến</vt:lpstr>
      <vt:lpstr>Thiết kế hệ thống và quy trình xử lý văn bản đến</vt:lpstr>
      <vt:lpstr>PowerPoint Presentation</vt:lpstr>
      <vt:lpstr>Backend</vt:lpstr>
      <vt:lpstr>Frontend</vt:lpstr>
      <vt:lpstr>PowerPoint Presentation</vt:lpstr>
      <vt:lpstr>Đăng nhập và đăng kí</vt:lpstr>
      <vt:lpstr>Đăng nhập quản trị viên ADMIN</vt:lpstr>
      <vt:lpstr>Chức năng đăng kí Email </vt:lpstr>
      <vt:lpstr>Đăng nhập với vai trò Văn Thư</vt:lpstr>
      <vt:lpstr>Đăng nhập với vai trò lãnh đạo</vt:lpstr>
      <vt:lpstr>Đăng nhập với vai trò cán bộ</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Nguyen Nhat Bao 20241661E</cp:lastModifiedBy>
  <cp:revision>21</cp:revision>
  <dcterms:created xsi:type="dcterms:W3CDTF">2021-05-28T04:32:29Z</dcterms:created>
  <dcterms:modified xsi:type="dcterms:W3CDTF">2025-11-19T02:57:08Z</dcterms:modified>
</cp:coreProperties>
</file>